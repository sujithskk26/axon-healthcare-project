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95" r:id="rId4"/>
    <p:sldId id="259" r:id="rId5"/>
    <p:sldId id="292" r:id="rId6"/>
    <p:sldId id="260" r:id="rId7"/>
    <p:sldId id="293" r:id="rId8"/>
    <p:sldId id="269" r:id="rId9"/>
    <p:sldId id="276" r:id="rId10"/>
    <p:sldId id="288" r:id="rId11"/>
    <p:sldId id="266" r:id="rId12"/>
    <p:sldId id="267" r:id="rId13"/>
    <p:sldId id="281" r:id="rId14"/>
    <p:sldId id="283" r:id="rId15"/>
    <p:sldId id="290" r:id="rId16"/>
    <p:sldId id="263" r:id="rId17"/>
    <p:sldId id="270" r:id="rId18"/>
    <p:sldId id="282" r:id="rId19"/>
    <p:sldId id="265" r:id="rId20"/>
    <p:sldId id="264" r:id="rId21"/>
    <p:sldId id="271" r:id="rId22"/>
    <p:sldId id="291" r:id="rId23"/>
    <p:sldId id="285" r:id="rId24"/>
    <p:sldId id="268" r:id="rId25"/>
    <p:sldId id="284" r:id="rId26"/>
    <p:sldId id="278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3741" autoAdjust="0"/>
  </p:normalViewPr>
  <p:slideViewPr>
    <p:cSldViewPr snapToGrid="0">
      <p:cViewPr>
        <p:scale>
          <a:sx n="63" d="100"/>
          <a:sy n="63" d="100"/>
        </p:scale>
        <p:origin x="840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BF207F1-DD88-47ED-9DF0-EE8FE72CDA6F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800E21F-8AA4-443F-97BA-5DD958F36603}">
      <dgm:prSet custT="1"/>
      <dgm:spPr/>
      <dgm:t>
        <a:bodyPr/>
        <a:lstStyle/>
        <a:p>
          <a:r>
            <a:rPr lang="en-US" sz="2000"/>
            <a:t>Remove</a:t>
          </a:r>
        </a:p>
      </dgm:t>
    </dgm:pt>
    <dgm:pt modelId="{2BE7D91A-B221-45D4-A343-38D628848DA0}" type="parTrans" cxnId="{967B986E-9D1D-4BA5-AA6C-0B773A03E61E}">
      <dgm:prSet/>
      <dgm:spPr/>
      <dgm:t>
        <a:bodyPr/>
        <a:lstStyle/>
        <a:p>
          <a:endParaRPr lang="en-US"/>
        </a:p>
      </dgm:t>
    </dgm:pt>
    <dgm:pt modelId="{10C9EA72-A228-47E5-83A5-7560D2432A6D}" type="sibTrans" cxnId="{967B986E-9D1D-4BA5-AA6C-0B773A03E61E}">
      <dgm:prSet/>
      <dgm:spPr/>
      <dgm:t>
        <a:bodyPr/>
        <a:lstStyle/>
        <a:p>
          <a:endParaRPr lang="en-US"/>
        </a:p>
      </dgm:t>
    </dgm:pt>
    <dgm:pt modelId="{AA5CEDE6-DF90-43DE-8CA0-556BB2A29991}">
      <dgm:prSet custT="1"/>
      <dgm:spPr/>
      <dgm:t>
        <a:bodyPr/>
        <a:lstStyle/>
        <a:p>
          <a:r>
            <a:rPr lang="en-US" sz="2000" dirty="0"/>
            <a:t>Remove duplicate records </a:t>
          </a:r>
        </a:p>
      </dgm:t>
    </dgm:pt>
    <dgm:pt modelId="{F48306E6-0BE7-4280-9A2A-71B465DC89E3}" type="parTrans" cxnId="{DBE85652-68CF-4092-8DF4-65CD8FB0584F}">
      <dgm:prSet/>
      <dgm:spPr/>
      <dgm:t>
        <a:bodyPr/>
        <a:lstStyle/>
        <a:p>
          <a:endParaRPr lang="en-US"/>
        </a:p>
      </dgm:t>
    </dgm:pt>
    <dgm:pt modelId="{01EDB453-9C1E-4F94-B744-F91DD54DE105}" type="sibTrans" cxnId="{DBE85652-68CF-4092-8DF4-65CD8FB0584F}">
      <dgm:prSet/>
      <dgm:spPr/>
      <dgm:t>
        <a:bodyPr/>
        <a:lstStyle/>
        <a:p>
          <a:endParaRPr lang="en-US"/>
        </a:p>
      </dgm:t>
    </dgm:pt>
    <dgm:pt modelId="{663C96D2-1F2C-47F1-96BD-D14473017F90}">
      <dgm:prSet custT="1"/>
      <dgm:spPr/>
      <dgm:t>
        <a:bodyPr/>
        <a:lstStyle/>
        <a:p>
          <a:r>
            <a:rPr lang="en-US" sz="2000"/>
            <a:t>Handle</a:t>
          </a:r>
        </a:p>
      </dgm:t>
    </dgm:pt>
    <dgm:pt modelId="{7DB2E882-EE26-40F4-A23C-7B77E0855A70}" type="parTrans" cxnId="{0F5A96DD-0C38-4DE8-899F-1BA16446A6C4}">
      <dgm:prSet/>
      <dgm:spPr/>
      <dgm:t>
        <a:bodyPr/>
        <a:lstStyle/>
        <a:p>
          <a:endParaRPr lang="en-US"/>
        </a:p>
      </dgm:t>
    </dgm:pt>
    <dgm:pt modelId="{DE23B56B-C4CE-4652-A2D4-524CBAE1B771}" type="sibTrans" cxnId="{0F5A96DD-0C38-4DE8-899F-1BA16446A6C4}">
      <dgm:prSet/>
      <dgm:spPr/>
      <dgm:t>
        <a:bodyPr/>
        <a:lstStyle/>
        <a:p>
          <a:endParaRPr lang="en-US"/>
        </a:p>
      </dgm:t>
    </dgm:pt>
    <dgm:pt modelId="{F214FAF7-370E-4274-A40C-3ED2CCDF1C41}">
      <dgm:prSet custT="1"/>
      <dgm:spPr/>
      <dgm:t>
        <a:bodyPr/>
        <a:lstStyle/>
        <a:p>
          <a:r>
            <a:rPr lang="en-US" sz="2000" dirty="0"/>
            <a:t>Handle NULL values </a:t>
          </a:r>
        </a:p>
      </dgm:t>
    </dgm:pt>
    <dgm:pt modelId="{B0B18146-03CA-49F2-B005-215D365EC58B}" type="parTrans" cxnId="{33EE6BC8-D25C-4B93-B4E4-86AF20E9EFCD}">
      <dgm:prSet/>
      <dgm:spPr/>
      <dgm:t>
        <a:bodyPr/>
        <a:lstStyle/>
        <a:p>
          <a:endParaRPr lang="en-US"/>
        </a:p>
      </dgm:t>
    </dgm:pt>
    <dgm:pt modelId="{5C2E243E-BC6D-41BA-B30F-9CD3F7F15D2A}" type="sibTrans" cxnId="{33EE6BC8-D25C-4B93-B4E4-86AF20E9EFCD}">
      <dgm:prSet/>
      <dgm:spPr/>
      <dgm:t>
        <a:bodyPr/>
        <a:lstStyle/>
        <a:p>
          <a:endParaRPr lang="en-US"/>
        </a:p>
      </dgm:t>
    </dgm:pt>
    <dgm:pt modelId="{37B0C11C-1C38-4F52-92BC-0CEF0AE458BE}">
      <dgm:prSet custT="1"/>
      <dgm:spPr/>
      <dgm:t>
        <a:bodyPr/>
        <a:lstStyle/>
        <a:p>
          <a:r>
            <a:rPr lang="en-US" sz="2000"/>
            <a:t>Correct</a:t>
          </a:r>
        </a:p>
      </dgm:t>
    </dgm:pt>
    <dgm:pt modelId="{EEB4FDED-317E-4653-AB52-2E1799CC6ABD}" type="parTrans" cxnId="{AE855583-02AA-430C-A7D5-4974DD94FB29}">
      <dgm:prSet/>
      <dgm:spPr/>
      <dgm:t>
        <a:bodyPr/>
        <a:lstStyle/>
        <a:p>
          <a:endParaRPr lang="en-US"/>
        </a:p>
      </dgm:t>
    </dgm:pt>
    <dgm:pt modelId="{8FFF9FF6-7B24-43FA-9E41-7B6F95275C5D}" type="sibTrans" cxnId="{AE855583-02AA-430C-A7D5-4974DD94FB29}">
      <dgm:prSet/>
      <dgm:spPr/>
      <dgm:t>
        <a:bodyPr/>
        <a:lstStyle/>
        <a:p>
          <a:endParaRPr lang="en-US"/>
        </a:p>
      </dgm:t>
    </dgm:pt>
    <dgm:pt modelId="{93E5B893-0552-461A-A25A-5FD4E70149FE}">
      <dgm:prSet custT="1"/>
      <dgm:spPr/>
      <dgm:t>
        <a:bodyPr/>
        <a:lstStyle/>
        <a:p>
          <a:r>
            <a:rPr lang="en-US" sz="2000" dirty="0"/>
            <a:t>Correct data types </a:t>
          </a:r>
        </a:p>
      </dgm:t>
    </dgm:pt>
    <dgm:pt modelId="{2F344FAC-9A68-4210-800C-2D1072ADB80F}" type="parTrans" cxnId="{D3034FC4-E7F2-4E99-90F9-2F15CA1F8D31}">
      <dgm:prSet/>
      <dgm:spPr/>
      <dgm:t>
        <a:bodyPr/>
        <a:lstStyle/>
        <a:p>
          <a:endParaRPr lang="en-US"/>
        </a:p>
      </dgm:t>
    </dgm:pt>
    <dgm:pt modelId="{E56A03B6-F6DF-47DB-8429-9591661CBBA8}" type="sibTrans" cxnId="{D3034FC4-E7F2-4E99-90F9-2F15CA1F8D31}">
      <dgm:prSet/>
      <dgm:spPr/>
      <dgm:t>
        <a:bodyPr/>
        <a:lstStyle/>
        <a:p>
          <a:endParaRPr lang="en-US"/>
        </a:p>
      </dgm:t>
    </dgm:pt>
    <dgm:pt modelId="{7AEF9A61-9D95-4907-8DCB-B5BC4CF44D59}">
      <dgm:prSet custT="1"/>
      <dgm:spPr/>
      <dgm:t>
        <a:bodyPr/>
        <a:lstStyle/>
        <a:p>
          <a:r>
            <a:rPr lang="en-US" sz="2000"/>
            <a:t>Text</a:t>
          </a:r>
        </a:p>
      </dgm:t>
    </dgm:pt>
    <dgm:pt modelId="{3EF2BA6F-3945-4F77-892A-8A9CC2962D03}" type="parTrans" cxnId="{06ED0C45-A609-4FF1-AB69-20F3A188D468}">
      <dgm:prSet/>
      <dgm:spPr/>
      <dgm:t>
        <a:bodyPr/>
        <a:lstStyle/>
        <a:p>
          <a:endParaRPr lang="en-US"/>
        </a:p>
      </dgm:t>
    </dgm:pt>
    <dgm:pt modelId="{525EB63F-7639-494C-A614-005BE0BE86C9}" type="sibTrans" cxnId="{06ED0C45-A609-4FF1-AB69-20F3A188D468}">
      <dgm:prSet/>
      <dgm:spPr/>
      <dgm:t>
        <a:bodyPr/>
        <a:lstStyle/>
        <a:p>
          <a:endParaRPr lang="en-US"/>
        </a:p>
      </dgm:t>
    </dgm:pt>
    <dgm:pt modelId="{5F3B4342-2ACC-44B7-86B4-7E25C8BBFF6C}">
      <dgm:prSet custT="1"/>
      <dgm:spPr/>
      <dgm:t>
        <a:bodyPr/>
        <a:lstStyle/>
        <a:p>
          <a:r>
            <a:rPr lang="en-US" sz="2000" dirty="0"/>
            <a:t>Clean text fields </a:t>
          </a:r>
        </a:p>
      </dgm:t>
    </dgm:pt>
    <dgm:pt modelId="{1E0439EA-7AA0-4106-B367-0D3B0DBD52CF}" type="parTrans" cxnId="{12199F93-FA91-4C5D-84D7-3D2243FA79C5}">
      <dgm:prSet/>
      <dgm:spPr/>
      <dgm:t>
        <a:bodyPr/>
        <a:lstStyle/>
        <a:p>
          <a:endParaRPr lang="en-US"/>
        </a:p>
      </dgm:t>
    </dgm:pt>
    <dgm:pt modelId="{C90DCF0D-9A49-4EED-9555-49CC6015E6D0}" type="sibTrans" cxnId="{12199F93-FA91-4C5D-84D7-3D2243FA79C5}">
      <dgm:prSet/>
      <dgm:spPr/>
      <dgm:t>
        <a:bodyPr/>
        <a:lstStyle/>
        <a:p>
          <a:endParaRPr lang="en-US"/>
        </a:p>
      </dgm:t>
    </dgm:pt>
    <dgm:pt modelId="{A026B8E1-EDA8-4F61-BE73-492D3F4F00CE}">
      <dgm:prSet custT="1"/>
      <dgm:spPr/>
      <dgm:t>
        <a:bodyPr/>
        <a:lstStyle/>
        <a:p>
          <a:r>
            <a:rPr lang="en-US" sz="2000"/>
            <a:t>Convert</a:t>
          </a:r>
        </a:p>
      </dgm:t>
    </dgm:pt>
    <dgm:pt modelId="{A15A9C7A-5363-4275-8DB6-FBEC4005CB53}" type="parTrans" cxnId="{5C44061F-00BF-49A2-A91B-EE29D4D0217D}">
      <dgm:prSet/>
      <dgm:spPr/>
      <dgm:t>
        <a:bodyPr/>
        <a:lstStyle/>
        <a:p>
          <a:endParaRPr lang="en-US"/>
        </a:p>
      </dgm:t>
    </dgm:pt>
    <dgm:pt modelId="{A7A794FB-63AB-4AC9-B2D5-AFCE22BA3C9A}" type="sibTrans" cxnId="{5C44061F-00BF-49A2-A91B-EE29D4D0217D}">
      <dgm:prSet/>
      <dgm:spPr/>
      <dgm:t>
        <a:bodyPr/>
        <a:lstStyle/>
        <a:p>
          <a:endParaRPr lang="en-US"/>
        </a:p>
      </dgm:t>
    </dgm:pt>
    <dgm:pt modelId="{09058935-90CB-4F48-9E1B-595ABA16CE6F}">
      <dgm:prSet custT="1"/>
      <dgm:spPr/>
      <dgm:t>
        <a:bodyPr/>
        <a:lstStyle/>
        <a:p>
          <a:r>
            <a:rPr lang="en-US" sz="2000"/>
            <a:t>Convert dates </a:t>
          </a:r>
        </a:p>
      </dgm:t>
    </dgm:pt>
    <dgm:pt modelId="{55DE21CC-E3E9-41E3-A643-F4B893039C9F}" type="parTrans" cxnId="{241CB582-AC47-4DB0-ADD1-D306D4169274}">
      <dgm:prSet/>
      <dgm:spPr/>
      <dgm:t>
        <a:bodyPr/>
        <a:lstStyle/>
        <a:p>
          <a:endParaRPr lang="en-US"/>
        </a:p>
      </dgm:t>
    </dgm:pt>
    <dgm:pt modelId="{F68920B0-FD64-4A0E-BB41-A9915D331109}" type="sibTrans" cxnId="{241CB582-AC47-4DB0-ADD1-D306D4169274}">
      <dgm:prSet/>
      <dgm:spPr/>
      <dgm:t>
        <a:bodyPr/>
        <a:lstStyle/>
        <a:p>
          <a:endParaRPr lang="en-US"/>
        </a:p>
      </dgm:t>
    </dgm:pt>
    <dgm:pt modelId="{F31F4666-E215-4A08-B572-0DCEC6D513AD}">
      <dgm:prSet custT="1"/>
      <dgm:spPr/>
      <dgm:t>
        <a:bodyPr/>
        <a:lstStyle/>
        <a:p>
          <a:r>
            <a:rPr lang="en-US" sz="2000"/>
            <a:t>Validate</a:t>
          </a:r>
        </a:p>
      </dgm:t>
    </dgm:pt>
    <dgm:pt modelId="{522FCF7B-DFCB-44C4-9C23-CCE62E371CEC}" type="parTrans" cxnId="{5DE97C3C-6A55-4FDB-B96E-6F187B998363}">
      <dgm:prSet/>
      <dgm:spPr/>
      <dgm:t>
        <a:bodyPr/>
        <a:lstStyle/>
        <a:p>
          <a:endParaRPr lang="en-US"/>
        </a:p>
      </dgm:t>
    </dgm:pt>
    <dgm:pt modelId="{1C65CC30-E28B-4124-9C96-22C60B10E01A}" type="sibTrans" cxnId="{5DE97C3C-6A55-4FDB-B96E-6F187B998363}">
      <dgm:prSet/>
      <dgm:spPr/>
      <dgm:t>
        <a:bodyPr/>
        <a:lstStyle/>
        <a:p>
          <a:endParaRPr lang="en-US"/>
        </a:p>
      </dgm:t>
    </dgm:pt>
    <dgm:pt modelId="{3437E7CC-B3B3-45A5-B30D-CEE44E7CC59B}">
      <dgm:prSet custT="1"/>
      <dgm:spPr/>
      <dgm:t>
        <a:bodyPr/>
        <a:lstStyle/>
        <a:p>
          <a:r>
            <a:rPr lang="en-US" sz="2000"/>
            <a:t>Validate numerical values </a:t>
          </a:r>
        </a:p>
      </dgm:t>
    </dgm:pt>
    <dgm:pt modelId="{95FCE3C7-D68A-4915-924E-F3957B7F1FA7}" type="parTrans" cxnId="{2B458805-DB5A-4CDC-B67E-7108181F98C0}">
      <dgm:prSet/>
      <dgm:spPr/>
      <dgm:t>
        <a:bodyPr/>
        <a:lstStyle/>
        <a:p>
          <a:endParaRPr lang="en-US"/>
        </a:p>
      </dgm:t>
    </dgm:pt>
    <dgm:pt modelId="{7CBC26AA-1C41-41D4-88D5-A53C9AB06AF9}" type="sibTrans" cxnId="{2B458805-DB5A-4CDC-B67E-7108181F98C0}">
      <dgm:prSet/>
      <dgm:spPr/>
      <dgm:t>
        <a:bodyPr/>
        <a:lstStyle/>
        <a:p>
          <a:endParaRPr lang="en-US"/>
        </a:p>
      </dgm:t>
    </dgm:pt>
    <dgm:pt modelId="{02931308-5DE5-40D8-A235-4CBEC9EAFEFB}">
      <dgm:prSet custT="1"/>
      <dgm:spPr/>
      <dgm:t>
        <a:bodyPr/>
        <a:lstStyle/>
        <a:p>
          <a:r>
            <a:rPr lang="en-US" sz="2000"/>
            <a:t>Create</a:t>
          </a:r>
        </a:p>
      </dgm:t>
    </dgm:pt>
    <dgm:pt modelId="{922222F9-E2A4-4177-A64D-B387866B8ECC}" type="parTrans" cxnId="{912E780B-B04F-4785-A7BD-9960120DAA4C}">
      <dgm:prSet/>
      <dgm:spPr/>
      <dgm:t>
        <a:bodyPr/>
        <a:lstStyle/>
        <a:p>
          <a:endParaRPr lang="en-US"/>
        </a:p>
      </dgm:t>
    </dgm:pt>
    <dgm:pt modelId="{0C45253D-57BC-4F00-A4C8-51C82E867430}" type="sibTrans" cxnId="{912E780B-B04F-4785-A7BD-9960120DAA4C}">
      <dgm:prSet/>
      <dgm:spPr/>
      <dgm:t>
        <a:bodyPr/>
        <a:lstStyle/>
        <a:p>
          <a:endParaRPr lang="en-US"/>
        </a:p>
      </dgm:t>
    </dgm:pt>
    <dgm:pt modelId="{06091C87-E9E8-44B9-9CE8-860EE1756A63}">
      <dgm:prSet custT="1"/>
      <dgm:spPr/>
      <dgm:t>
        <a:bodyPr/>
        <a:lstStyle/>
        <a:p>
          <a:r>
            <a:rPr lang="en-US" sz="2000" dirty="0"/>
            <a:t>Create calculated columns</a:t>
          </a:r>
        </a:p>
      </dgm:t>
    </dgm:pt>
    <dgm:pt modelId="{4F5F23BA-8DE0-46B6-9B1C-3833ACE03165}" type="parTrans" cxnId="{352C34E1-2D44-4F60-8C1B-B4EABAF07C1E}">
      <dgm:prSet/>
      <dgm:spPr/>
      <dgm:t>
        <a:bodyPr/>
        <a:lstStyle/>
        <a:p>
          <a:endParaRPr lang="en-US"/>
        </a:p>
      </dgm:t>
    </dgm:pt>
    <dgm:pt modelId="{D1E80754-BC41-4BF2-A7BA-30DCAEF7BD26}" type="sibTrans" cxnId="{352C34E1-2D44-4F60-8C1B-B4EABAF07C1E}">
      <dgm:prSet/>
      <dgm:spPr/>
      <dgm:t>
        <a:bodyPr/>
        <a:lstStyle/>
        <a:p>
          <a:endParaRPr lang="en-US"/>
        </a:p>
      </dgm:t>
    </dgm:pt>
    <dgm:pt modelId="{13B04C09-AF98-43FC-9DF2-3DEDAD096182}" type="pres">
      <dgm:prSet presAssocID="{FBF207F1-DD88-47ED-9DF0-EE8FE72CDA6F}" presName="Name0" presStyleCnt="0">
        <dgm:presLayoutVars>
          <dgm:dir/>
          <dgm:animLvl val="lvl"/>
          <dgm:resizeHandles val="exact"/>
        </dgm:presLayoutVars>
      </dgm:prSet>
      <dgm:spPr/>
    </dgm:pt>
    <dgm:pt modelId="{C9A72F79-EDD7-4AD7-AEEE-33A87AED9B13}" type="pres">
      <dgm:prSet presAssocID="{02931308-5DE5-40D8-A235-4CBEC9EAFEFB}" presName="boxAndChildren" presStyleCnt="0"/>
      <dgm:spPr/>
    </dgm:pt>
    <dgm:pt modelId="{592211EF-D831-4C7A-BC58-2AF1B919890E}" type="pres">
      <dgm:prSet presAssocID="{02931308-5DE5-40D8-A235-4CBEC9EAFEFB}" presName="parentTextBox" presStyleLbl="alignNode1" presStyleIdx="0" presStyleCnt="7"/>
      <dgm:spPr/>
    </dgm:pt>
    <dgm:pt modelId="{EA7B292E-FA3E-43DD-9AE7-86636D7ECD01}" type="pres">
      <dgm:prSet presAssocID="{02931308-5DE5-40D8-A235-4CBEC9EAFEFB}" presName="descendantBox" presStyleLbl="bgAccFollowNode1" presStyleIdx="0" presStyleCnt="7"/>
      <dgm:spPr/>
    </dgm:pt>
    <dgm:pt modelId="{927475EB-7875-461D-A877-D2D12C464451}" type="pres">
      <dgm:prSet presAssocID="{1C65CC30-E28B-4124-9C96-22C60B10E01A}" presName="sp" presStyleCnt="0"/>
      <dgm:spPr/>
    </dgm:pt>
    <dgm:pt modelId="{5FF28354-A5A4-4740-8306-2810DB774454}" type="pres">
      <dgm:prSet presAssocID="{F31F4666-E215-4A08-B572-0DCEC6D513AD}" presName="arrowAndChildren" presStyleCnt="0"/>
      <dgm:spPr/>
    </dgm:pt>
    <dgm:pt modelId="{F04DBB05-7B75-4712-91EC-7FDE2374082B}" type="pres">
      <dgm:prSet presAssocID="{F31F4666-E215-4A08-B572-0DCEC6D513AD}" presName="parentTextArrow" presStyleLbl="node1" presStyleIdx="0" presStyleCnt="0"/>
      <dgm:spPr/>
    </dgm:pt>
    <dgm:pt modelId="{FBBD1AEA-E43E-41F1-8AEE-7D6B578FD358}" type="pres">
      <dgm:prSet presAssocID="{F31F4666-E215-4A08-B572-0DCEC6D513AD}" presName="arrow" presStyleLbl="alignNode1" presStyleIdx="1" presStyleCnt="7"/>
      <dgm:spPr/>
    </dgm:pt>
    <dgm:pt modelId="{10CB43E2-F5F7-43B9-97AC-5A53B655406C}" type="pres">
      <dgm:prSet presAssocID="{F31F4666-E215-4A08-B572-0DCEC6D513AD}" presName="descendantArrow" presStyleLbl="bgAccFollowNode1" presStyleIdx="1" presStyleCnt="7"/>
      <dgm:spPr/>
    </dgm:pt>
    <dgm:pt modelId="{11009DE3-CADF-48DB-879C-FBB0F4D5C0BB}" type="pres">
      <dgm:prSet presAssocID="{A7A794FB-63AB-4AC9-B2D5-AFCE22BA3C9A}" presName="sp" presStyleCnt="0"/>
      <dgm:spPr/>
    </dgm:pt>
    <dgm:pt modelId="{35C28433-A079-4E1E-8EAA-725E71230BFB}" type="pres">
      <dgm:prSet presAssocID="{A026B8E1-EDA8-4F61-BE73-492D3F4F00CE}" presName="arrowAndChildren" presStyleCnt="0"/>
      <dgm:spPr/>
    </dgm:pt>
    <dgm:pt modelId="{984B1039-19AF-42A7-B69D-B1800748658E}" type="pres">
      <dgm:prSet presAssocID="{A026B8E1-EDA8-4F61-BE73-492D3F4F00CE}" presName="parentTextArrow" presStyleLbl="node1" presStyleIdx="0" presStyleCnt="0"/>
      <dgm:spPr/>
    </dgm:pt>
    <dgm:pt modelId="{E1D48073-634E-4EAF-B5D2-8A7654C5FE30}" type="pres">
      <dgm:prSet presAssocID="{A026B8E1-EDA8-4F61-BE73-492D3F4F00CE}" presName="arrow" presStyleLbl="alignNode1" presStyleIdx="2" presStyleCnt="7"/>
      <dgm:spPr/>
    </dgm:pt>
    <dgm:pt modelId="{CF0D6132-D242-4386-AD82-A8CC0805EA9D}" type="pres">
      <dgm:prSet presAssocID="{A026B8E1-EDA8-4F61-BE73-492D3F4F00CE}" presName="descendantArrow" presStyleLbl="bgAccFollowNode1" presStyleIdx="2" presStyleCnt="7"/>
      <dgm:spPr/>
    </dgm:pt>
    <dgm:pt modelId="{C83C7A1D-5ACE-47F7-92B3-295359EAA417}" type="pres">
      <dgm:prSet presAssocID="{525EB63F-7639-494C-A614-005BE0BE86C9}" presName="sp" presStyleCnt="0"/>
      <dgm:spPr/>
    </dgm:pt>
    <dgm:pt modelId="{96D22E12-885F-4B42-81AB-9F4521692666}" type="pres">
      <dgm:prSet presAssocID="{7AEF9A61-9D95-4907-8DCB-B5BC4CF44D59}" presName="arrowAndChildren" presStyleCnt="0"/>
      <dgm:spPr/>
    </dgm:pt>
    <dgm:pt modelId="{125571E5-DBFD-42C6-8089-704853677F92}" type="pres">
      <dgm:prSet presAssocID="{7AEF9A61-9D95-4907-8DCB-B5BC4CF44D59}" presName="parentTextArrow" presStyleLbl="node1" presStyleIdx="0" presStyleCnt="0"/>
      <dgm:spPr/>
    </dgm:pt>
    <dgm:pt modelId="{2A40F874-8DA8-44B7-9684-BEE4F1AA7CBE}" type="pres">
      <dgm:prSet presAssocID="{7AEF9A61-9D95-4907-8DCB-B5BC4CF44D59}" presName="arrow" presStyleLbl="alignNode1" presStyleIdx="3" presStyleCnt="7"/>
      <dgm:spPr/>
    </dgm:pt>
    <dgm:pt modelId="{3D3AF71A-69FD-4EAD-8B42-5069A06E9DBA}" type="pres">
      <dgm:prSet presAssocID="{7AEF9A61-9D95-4907-8DCB-B5BC4CF44D59}" presName="descendantArrow" presStyleLbl="bgAccFollowNode1" presStyleIdx="3" presStyleCnt="7"/>
      <dgm:spPr/>
    </dgm:pt>
    <dgm:pt modelId="{C7C44350-DDC1-4642-A4BA-8F24509C80CB}" type="pres">
      <dgm:prSet presAssocID="{8FFF9FF6-7B24-43FA-9E41-7B6F95275C5D}" presName="sp" presStyleCnt="0"/>
      <dgm:spPr/>
    </dgm:pt>
    <dgm:pt modelId="{DB6CDCF0-719F-4E61-B107-8BAD0AFD47D4}" type="pres">
      <dgm:prSet presAssocID="{37B0C11C-1C38-4F52-92BC-0CEF0AE458BE}" presName="arrowAndChildren" presStyleCnt="0"/>
      <dgm:spPr/>
    </dgm:pt>
    <dgm:pt modelId="{99354C2D-171F-49F0-A661-2D0D541B06EE}" type="pres">
      <dgm:prSet presAssocID="{37B0C11C-1C38-4F52-92BC-0CEF0AE458BE}" presName="parentTextArrow" presStyleLbl="node1" presStyleIdx="0" presStyleCnt="0"/>
      <dgm:spPr/>
    </dgm:pt>
    <dgm:pt modelId="{B8ADC51C-0244-4154-8884-7FD9F81E94DB}" type="pres">
      <dgm:prSet presAssocID="{37B0C11C-1C38-4F52-92BC-0CEF0AE458BE}" presName="arrow" presStyleLbl="alignNode1" presStyleIdx="4" presStyleCnt="7"/>
      <dgm:spPr/>
    </dgm:pt>
    <dgm:pt modelId="{A2FFA103-CD1E-4C16-B496-3FDDBA444066}" type="pres">
      <dgm:prSet presAssocID="{37B0C11C-1C38-4F52-92BC-0CEF0AE458BE}" presName="descendantArrow" presStyleLbl="bgAccFollowNode1" presStyleIdx="4" presStyleCnt="7"/>
      <dgm:spPr/>
    </dgm:pt>
    <dgm:pt modelId="{144B9259-7A5A-4214-B2EB-3B248E3057C0}" type="pres">
      <dgm:prSet presAssocID="{DE23B56B-C4CE-4652-A2D4-524CBAE1B771}" presName="sp" presStyleCnt="0"/>
      <dgm:spPr/>
    </dgm:pt>
    <dgm:pt modelId="{AF6FA816-FEDB-415B-979A-72156E22160C}" type="pres">
      <dgm:prSet presAssocID="{663C96D2-1F2C-47F1-96BD-D14473017F90}" presName="arrowAndChildren" presStyleCnt="0"/>
      <dgm:spPr/>
    </dgm:pt>
    <dgm:pt modelId="{2A44B40D-0C9D-46BE-8D1F-9CB47B05B910}" type="pres">
      <dgm:prSet presAssocID="{663C96D2-1F2C-47F1-96BD-D14473017F90}" presName="parentTextArrow" presStyleLbl="node1" presStyleIdx="0" presStyleCnt="0"/>
      <dgm:spPr/>
    </dgm:pt>
    <dgm:pt modelId="{096D24C6-3722-41CC-BD4C-719FB5620010}" type="pres">
      <dgm:prSet presAssocID="{663C96D2-1F2C-47F1-96BD-D14473017F90}" presName="arrow" presStyleLbl="alignNode1" presStyleIdx="5" presStyleCnt="7"/>
      <dgm:spPr/>
    </dgm:pt>
    <dgm:pt modelId="{4F3853D9-9F1D-4468-9119-F98F3E58BD87}" type="pres">
      <dgm:prSet presAssocID="{663C96D2-1F2C-47F1-96BD-D14473017F90}" presName="descendantArrow" presStyleLbl="bgAccFollowNode1" presStyleIdx="5" presStyleCnt="7"/>
      <dgm:spPr/>
    </dgm:pt>
    <dgm:pt modelId="{A21E20C2-7D35-4D7D-B967-C74AB43AA1B6}" type="pres">
      <dgm:prSet presAssocID="{10C9EA72-A228-47E5-83A5-7560D2432A6D}" presName="sp" presStyleCnt="0"/>
      <dgm:spPr/>
    </dgm:pt>
    <dgm:pt modelId="{C1FEC192-2246-4AED-9225-70B92A1966A9}" type="pres">
      <dgm:prSet presAssocID="{B800E21F-8AA4-443F-97BA-5DD958F36603}" presName="arrowAndChildren" presStyleCnt="0"/>
      <dgm:spPr/>
    </dgm:pt>
    <dgm:pt modelId="{315E2D9E-EB17-46AA-90E8-00FB6B321940}" type="pres">
      <dgm:prSet presAssocID="{B800E21F-8AA4-443F-97BA-5DD958F36603}" presName="parentTextArrow" presStyleLbl="node1" presStyleIdx="0" presStyleCnt="0"/>
      <dgm:spPr/>
    </dgm:pt>
    <dgm:pt modelId="{756FE95C-D3A1-48AD-8B7A-B0CD135F5AF2}" type="pres">
      <dgm:prSet presAssocID="{B800E21F-8AA4-443F-97BA-5DD958F36603}" presName="arrow" presStyleLbl="alignNode1" presStyleIdx="6" presStyleCnt="7"/>
      <dgm:spPr/>
    </dgm:pt>
    <dgm:pt modelId="{A1432C27-30F8-40A5-876C-E2ACB3FD2663}" type="pres">
      <dgm:prSet presAssocID="{B800E21F-8AA4-443F-97BA-5DD958F36603}" presName="descendantArrow" presStyleLbl="bgAccFollowNode1" presStyleIdx="6" presStyleCnt="7"/>
      <dgm:spPr/>
    </dgm:pt>
  </dgm:ptLst>
  <dgm:cxnLst>
    <dgm:cxn modelId="{6C745C05-9AE3-49D1-984D-169660A88FE1}" type="presOf" srcId="{37B0C11C-1C38-4F52-92BC-0CEF0AE458BE}" destId="{B8ADC51C-0244-4154-8884-7FD9F81E94DB}" srcOrd="1" destOrd="0" presId="urn:microsoft.com/office/officeart/2016/7/layout/VerticalDownArrowProcess"/>
    <dgm:cxn modelId="{2B458805-DB5A-4CDC-B67E-7108181F98C0}" srcId="{F31F4666-E215-4A08-B572-0DCEC6D513AD}" destId="{3437E7CC-B3B3-45A5-B30D-CEE44E7CC59B}" srcOrd="0" destOrd="0" parTransId="{95FCE3C7-D68A-4915-924E-F3957B7F1FA7}" sibTransId="{7CBC26AA-1C41-41D4-88D5-A53C9AB06AF9}"/>
    <dgm:cxn modelId="{912E780B-B04F-4785-A7BD-9960120DAA4C}" srcId="{FBF207F1-DD88-47ED-9DF0-EE8FE72CDA6F}" destId="{02931308-5DE5-40D8-A235-4CBEC9EAFEFB}" srcOrd="6" destOrd="0" parTransId="{922222F9-E2A4-4177-A64D-B387866B8ECC}" sibTransId="{0C45253D-57BC-4F00-A4C8-51C82E867430}"/>
    <dgm:cxn modelId="{87716716-475C-45C3-8FAC-4F198EAC7A71}" type="presOf" srcId="{06091C87-E9E8-44B9-9CE8-860EE1756A63}" destId="{EA7B292E-FA3E-43DD-9AE7-86636D7ECD01}" srcOrd="0" destOrd="0" presId="urn:microsoft.com/office/officeart/2016/7/layout/VerticalDownArrowProcess"/>
    <dgm:cxn modelId="{5C44061F-00BF-49A2-A91B-EE29D4D0217D}" srcId="{FBF207F1-DD88-47ED-9DF0-EE8FE72CDA6F}" destId="{A026B8E1-EDA8-4F61-BE73-492D3F4F00CE}" srcOrd="4" destOrd="0" parTransId="{A15A9C7A-5363-4275-8DB6-FBEC4005CB53}" sibTransId="{A7A794FB-63AB-4AC9-B2D5-AFCE22BA3C9A}"/>
    <dgm:cxn modelId="{59026D20-F98A-44C3-879E-9581C87CD3F1}" type="presOf" srcId="{7AEF9A61-9D95-4907-8DCB-B5BC4CF44D59}" destId="{2A40F874-8DA8-44B7-9684-BEE4F1AA7CBE}" srcOrd="1" destOrd="0" presId="urn:microsoft.com/office/officeart/2016/7/layout/VerticalDownArrowProcess"/>
    <dgm:cxn modelId="{9D7AE632-3ED6-4790-8D2E-1091AD49A2BB}" type="presOf" srcId="{A026B8E1-EDA8-4F61-BE73-492D3F4F00CE}" destId="{E1D48073-634E-4EAF-B5D2-8A7654C5FE30}" srcOrd="1" destOrd="0" presId="urn:microsoft.com/office/officeart/2016/7/layout/VerticalDownArrowProcess"/>
    <dgm:cxn modelId="{CC5D473C-8558-41B3-A917-75DEC43776C6}" type="presOf" srcId="{B800E21F-8AA4-443F-97BA-5DD958F36603}" destId="{756FE95C-D3A1-48AD-8B7A-B0CD135F5AF2}" srcOrd="1" destOrd="0" presId="urn:microsoft.com/office/officeart/2016/7/layout/VerticalDownArrowProcess"/>
    <dgm:cxn modelId="{5DE97C3C-6A55-4FDB-B96E-6F187B998363}" srcId="{FBF207F1-DD88-47ED-9DF0-EE8FE72CDA6F}" destId="{F31F4666-E215-4A08-B572-0DCEC6D513AD}" srcOrd="5" destOrd="0" parTransId="{522FCF7B-DFCB-44C4-9C23-CCE62E371CEC}" sibTransId="{1C65CC30-E28B-4124-9C96-22C60B10E01A}"/>
    <dgm:cxn modelId="{82C09B41-B9A7-42D1-BB5E-E2CE624D294A}" type="presOf" srcId="{09058935-90CB-4F48-9E1B-595ABA16CE6F}" destId="{CF0D6132-D242-4386-AD82-A8CC0805EA9D}" srcOrd="0" destOrd="0" presId="urn:microsoft.com/office/officeart/2016/7/layout/VerticalDownArrowProcess"/>
    <dgm:cxn modelId="{06ED0C45-A609-4FF1-AB69-20F3A188D468}" srcId="{FBF207F1-DD88-47ED-9DF0-EE8FE72CDA6F}" destId="{7AEF9A61-9D95-4907-8DCB-B5BC4CF44D59}" srcOrd="3" destOrd="0" parTransId="{3EF2BA6F-3945-4F77-892A-8A9CC2962D03}" sibTransId="{525EB63F-7639-494C-A614-005BE0BE86C9}"/>
    <dgm:cxn modelId="{26F95C4E-BD10-4638-9E45-12A91EC9EFD3}" type="presOf" srcId="{5F3B4342-2ACC-44B7-86B4-7E25C8BBFF6C}" destId="{3D3AF71A-69FD-4EAD-8B42-5069A06E9DBA}" srcOrd="0" destOrd="0" presId="urn:microsoft.com/office/officeart/2016/7/layout/VerticalDownArrowProcess"/>
    <dgm:cxn modelId="{967B986E-9D1D-4BA5-AA6C-0B773A03E61E}" srcId="{FBF207F1-DD88-47ED-9DF0-EE8FE72CDA6F}" destId="{B800E21F-8AA4-443F-97BA-5DD958F36603}" srcOrd="0" destOrd="0" parTransId="{2BE7D91A-B221-45D4-A343-38D628848DA0}" sibTransId="{10C9EA72-A228-47E5-83A5-7560D2432A6D}"/>
    <dgm:cxn modelId="{5AC88370-D0F5-42A9-8AC1-7422821B7CBE}" type="presOf" srcId="{A026B8E1-EDA8-4F61-BE73-492D3F4F00CE}" destId="{984B1039-19AF-42A7-B69D-B1800748658E}" srcOrd="0" destOrd="0" presId="urn:microsoft.com/office/officeart/2016/7/layout/VerticalDownArrowProcess"/>
    <dgm:cxn modelId="{DBE85652-68CF-4092-8DF4-65CD8FB0584F}" srcId="{B800E21F-8AA4-443F-97BA-5DD958F36603}" destId="{AA5CEDE6-DF90-43DE-8CA0-556BB2A29991}" srcOrd="0" destOrd="0" parTransId="{F48306E6-0BE7-4280-9A2A-71B465DC89E3}" sibTransId="{01EDB453-9C1E-4F94-B744-F91DD54DE105}"/>
    <dgm:cxn modelId="{A159E653-174D-4244-B5DA-12E868D12B6E}" type="presOf" srcId="{FBF207F1-DD88-47ED-9DF0-EE8FE72CDA6F}" destId="{13B04C09-AF98-43FC-9DF2-3DEDAD096182}" srcOrd="0" destOrd="0" presId="urn:microsoft.com/office/officeart/2016/7/layout/VerticalDownArrowProcess"/>
    <dgm:cxn modelId="{4C27D974-E2CA-4049-BA46-7C31AB179373}" type="presOf" srcId="{F31F4666-E215-4A08-B572-0DCEC6D513AD}" destId="{F04DBB05-7B75-4712-91EC-7FDE2374082B}" srcOrd="0" destOrd="0" presId="urn:microsoft.com/office/officeart/2016/7/layout/VerticalDownArrowProcess"/>
    <dgm:cxn modelId="{D29A1E56-B031-4275-B8E0-4996466EEB51}" type="presOf" srcId="{3437E7CC-B3B3-45A5-B30D-CEE44E7CC59B}" destId="{10CB43E2-F5F7-43B9-97AC-5A53B655406C}" srcOrd="0" destOrd="0" presId="urn:microsoft.com/office/officeart/2016/7/layout/VerticalDownArrowProcess"/>
    <dgm:cxn modelId="{C8D18276-711E-42C5-9119-C93E2B04041C}" type="presOf" srcId="{663C96D2-1F2C-47F1-96BD-D14473017F90}" destId="{096D24C6-3722-41CC-BD4C-719FB5620010}" srcOrd="1" destOrd="0" presId="urn:microsoft.com/office/officeart/2016/7/layout/VerticalDownArrowProcess"/>
    <dgm:cxn modelId="{3F49617B-6FB5-441B-A4B4-687DDD812A84}" type="presOf" srcId="{F214FAF7-370E-4274-A40C-3ED2CCDF1C41}" destId="{4F3853D9-9F1D-4468-9119-F98F3E58BD87}" srcOrd="0" destOrd="0" presId="urn:microsoft.com/office/officeart/2016/7/layout/VerticalDownArrowProcess"/>
    <dgm:cxn modelId="{10286E7F-7E30-46E2-BBA8-0814D8DB840A}" type="presOf" srcId="{F31F4666-E215-4A08-B572-0DCEC6D513AD}" destId="{FBBD1AEA-E43E-41F1-8AEE-7D6B578FD358}" srcOrd="1" destOrd="0" presId="urn:microsoft.com/office/officeart/2016/7/layout/VerticalDownArrowProcess"/>
    <dgm:cxn modelId="{26DDD180-A3D2-40B3-BC9C-AE08B0C2B4B7}" type="presOf" srcId="{93E5B893-0552-461A-A25A-5FD4E70149FE}" destId="{A2FFA103-CD1E-4C16-B496-3FDDBA444066}" srcOrd="0" destOrd="0" presId="urn:microsoft.com/office/officeart/2016/7/layout/VerticalDownArrowProcess"/>
    <dgm:cxn modelId="{241CB582-AC47-4DB0-ADD1-D306D4169274}" srcId="{A026B8E1-EDA8-4F61-BE73-492D3F4F00CE}" destId="{09058935-90CB-4F48-9E1B-595ABA16CE6F}" srcOrd="0" destOrd="0" parTransId="{55DE21CC-E3E9-41E3-A643-F4B893039C9F}" sibTransId="{F68920B0-FD64-4A0E-BB41-A9915D331109}"/>
    <dgm:cxn modelId="{AE855583-02AA-430C-A7D5-4974DD94FB29}" srcId="{FBF207F1-DD88-47ED-9DF0-EE8FE72CDA6F}" destId="{37B0C11C-1C38-4F52-92BC-0CEF0AE458BE}" srcOrd="2" destOrd="0" parTransId="{EEB4FDED-317E-4653-AB52-2E1799CC6ABD}" sibTransId="{8FFF9FF6-7B24-43FA-9E41-7B6F95275C5D}"/>
    <dgm:cxn modelId="{E4C5E483-0FD9-4E2D-95B8-FACEBCB54555}" type="presOf" srcId="{663C96D2-1F2C-47F1-96BD-D14473017F90}" destId="{2A44B40D-0C9D-46BE-8D1F-9CB47B05B910}" srcOrd="0" destOrd="0" presId="urn:microsoft.com/office/officeart/2016/7/layout/VerticalDownArrowProcess"/>
    <dgm:cxn modelId="{C075F38D-421A-4DC5-991B-68DA4F6E8FAB}" type="presOf" srcId="{02931308-5DE5-40D8-A235-4CBEC9EAFEFB}" destId="{592211EF-D831-4C7A-BC58-2AF1B919890E}" srcOrd="0" destOrd="0" presId="urn:microsoft.com/office/officeart/2016/7/layout/VerticalDownArrowProcess"/>
    <dgm:cxn modelId="{CB14A78F-1C41-4634-B4F0-18D3C4FF84F6}" type="presOf" srcId="{AA5CEDE6-DF90-43DE-8CA0-556BB2A29991}" destId="{A1432C27-30F8-40A5-876C-E2ACB3FD2663}" srcOrd="0" destOrd="0" presId="urn:microsoft.com/office/officeart/2016/7/layout/VerticalDownArrowProcess"/>
    <dgm:cxn modelId="{12199F93-FA91-4C5D-84D7-3D2243FA79C5}" srcId="{7AEF9A61-9D95-4907-8DCB-B5BC4CF44D59}" destId="{5F3B4342-2ACC-44B7-86B4-7E25C8BBFF6C}" srcOrd="0" destOrd="0" parTransId="{1E0439EA-7AA0-4106-B367-0D3B0DBD52CF}" sibTransId="{C90DCF0D-9A49-4EED-9555-49CC6015E6D0}"/>
    <dgm:cxn modelId="{0BC3A7A2-E9B7-448B-A026-4A6F11DE8275}" type="presOf" srcId="{7AEF9A61-9D95-4907-8DCB-B5BC4CF44D59}" destId="{125571E5-DBFD-42C6-8089-704853677F92}" srcOrd="0" destOrd="0" presId="urn:microsoft.com/office/officeart/2016/7/layout/VerticalDownArrowProcess"/>
    <dgm:cxn modelId="{1D5C83AA-EBEA-4309-B31E-C2F91AAB8284}" type="presOf" srcId="{37B0C11C-1C38-4F52-92BC-0CEF0AE458BE}" destId="{99354C2D-171F-49F0-A661-2D0D541B06EE}" srcOrd="0" destOrd="0" presId="urn:microsoft.com/office/officeart/2016/7/layout/VerticalDownArrowProcess"/>
    <dgm:cxn modelId="{D3034FC4-E7F2-4E99-90F9-2F15CA1F8D31}" srcId="{37B0C11C-1C38-4F52-92BC-0CEF0AE458BE}" destId="{93E5B893-0552-461A-A25A-5FD4E70149FE}" srcOrd="0" destOrd="0" parTransId="{2F344FAC-9A68-4210-800C-2D1072ADB80F}" sibTransId="{E56A03B6-F6DF-47DB-8429-9591661CBBA8}"/>
    <dgm:cxn modelId="{33EE6BC8-D25C-4B93-B4E4-86AF20E9EFCD}" srcId="{663C96D2-1F2C-47F1-96BD-D14473017F90}" destId="{F214FAF7-370E-4274-A40C-3ED2CCDF1C41}" srcOrd="0" destOrd="0" parTransId="{B0B18146-03CA-49F2-B005-215D365EC58B}" sibTransId="{5C2E243E-BC6D-41BA-B30F-9CD3F7F15D2A}"/>
    <dgm:cxn modelId="{0F5A96DD-0C38-4DE8-899F-1BA16446A6C4}" srcId="{FBF207F1-DD88-47ED-9DF0-EE8FE72CDA6F}" destId="{663C96D2-1F2C-47F1-96BD-D14473017F90}" srcOrd="1" destOrd="0" parTransId="{7DB2E882-EE26-40F4-A23C-7B77E0855A70}" sibTransId="{DE23B56B-C4CE-4652-A2D4-524CBAE1B771}"/>
    <dgm:cxn modelId="{352C34E1-2D44-4F60-8C1B-B4EABAF07C1E}" srcId="{02931308-5DE5-40D8-A235-4CBEC9EAFEFB}" destId="{06091C87-E9E8-44B9-9CE8-860EE1756A63}" srcOrd="0" destOrd="0" parTransId="{4F5F23BA-8DE0-46B6-9B1C-3833ACE03165}" sibTransId="{D1E80754-BC41-4BF2-A7BA-30DCAEF7BD26}"/>
    <dgm:cxn modelId="{35858DF5-E349-4D4D-BF0C-5CA93DE6CBDD}" type="presOf" srcId="{B800E21F-8AA4-443F-97BA-5DD958F36603}" destId="{315E2D9E-EB17-46AA-90E8-00FB6B321940}" srcOrd="0" destOrd="0" presId="urn:microsoft.com/office/officeart/2016/7/layout/VerticalDownArrowProcess"/>
    <dgm:cxn modelId="{009B7A78-4917-43F7-817E-8C786739290A}" type="presParOf" srcId="{13B04C09-AF98-43FC-9DF2-3DEDAD096182}" destId="{C9A72F79-EDD7-4AD7-AEEE-33A87AED9B13}" srcOrd="0" destOrd="0" presId="urn:microsoft.com/office/officeart/2016/7/layout/VerticalDownArrowProcess"/>
    <dgm:cxn modelId="{B422DEB5-F0E8-46C4-A61E-F5DE861F8C17}" type="presParOf" srcId="{C9A72F79-EDD7-4AD7-AEEE-33A87AED9B13}" destId="{592211EF-D831-4C7A-BC58-2AF1B919890E}" srcOrd="0" destOrd="0" presId="urn:microsoft.com/office/officeart/2016/7/layout/VerticalDownArrowProcess"/>
    <dgm:cxn modelId="{AAFFA939-4BD2-488A-9C19-7CE91AC1643A}" type="presParOf" srcId="{C9A72F79-EDD7-4AD7-AEEE-33A87AED9B13}" destId="{EA7B292E-FA3E-43DD-9AE7-86636D7ECD01}" srcOrd="1" destOrd="0" presId="urn:microsoft.com/office/officeart/2016/7/layout/VerticalDownArrowProcess"/>
    <dgm:cxn modelId="{A7A3C683-3C8E-4F48-AF0C-2A598B7B8A03}" type="presParOf" srcId="{13B04C09-AF98-43FC-9DF2-3DEDAD096182}" destId="{927475EB-7875-461D-A877-D2D12C464451}" srcOrd="1" destOrd="0" presId="urn:microsoft.com/office/officeart/2016/7/layout/VerticalDownArrowProcess"/>
    <dgm:cxn modelId="{B7BDF959-54D9-43DD-A92F-2092D8C240D6}" type="presParOf" srcId="{13B04C09-AF98-43FC-9DF2-3DEDAD096182}" destId="{5FF28354-A5A4-4740-8306-2810DB774454}" srcOrd="2" destOrd="0" presId="urn:microsoft.com/office/officeart/2016/7/layout/VerticalDownArrowProcess"/>
    <dgm:cxn modelId="{50C6CC4A-61BA-45D8-9D6E-2893B8F4311C}" type="presParOf" srcId="{5FF28354-A5A4-4740-8306-2810DB774454}" destId="{F04DBB05-7B75-4712-91EC-7FDE2374082B}" srcOrd="0" destOrd="0" presId="urn:microsoft.com/office/officeart/2016/7/layout/VerticalDownArrowProcess"/>
    <dgm:cxn modelId="{05C44023-CB86-49B9-9713-A9DE0BA9E338}" type="presParOf" srcId="{5FF28354-A5A4-4740-8306-2810DB774454}" destId="{FBBD1AEA-E43E-41F1-8AEE-7D6B578FD358}" srcOrd="1" destOrd="0" presId="urn:microsoft.com/office/officeart/2016/7/layout/VerticalDownArrowProcess"/>
    <dgm:cxn modelId="{B30332AC-1D69-451E-9DF2-D61B39B6B6A7}" type="presParOf" srcId="{5FF28354-A5A4-4740-8306-2810DB774454}" destId="{10CB43E2-F5F7-43B9-97AC-5A53B655406C}" srcOrd="2" destOrd="0" presId="urn:microsoft.com/office/officeart/2016/7/layout/VerticalDownArrowProcess"/>
    <dgm:cxn modelId="{598C7320-4980-43BB-99B3-6008FCB2C3CC}" type="presParOf" srcId="{13B04C09-AF98-43FC-9DF2-3DEDAD096182}" destId="{11009DE3-CADF-48DB-879C-FBB0F4D5C0BB}" srcOrd="3" destOrd="0" presId="urn:microsoft.com/office/officeart/2016/7/layout/VerticalDownArrowProcess"/>
    <dgm:cxn modelId="{1430A2C1-FDA0-4087-BB9E-9EA1C51FAE83}" type="presParOf" srcId="{13B04C09-AF98-43FC-9DF2-3DEDAD096182}" destId="{35C28433-A079-4E1E-8EAA-725E71230BFB}" srcOrd="4" destOrd="0" presId="urn:microsoft.com/office/officeart/2016/7/layout/VerticalDownArrowProcess"/>
    <dgm:cxn modelId="{345AAAA4-2491-41B8-8273-BF061C708552}" type="presParOf" srcId="{35C28433-A079-4E1E-8EAA-725E71230BFB}" destId="{984B1039-19AF-42A7-B69D-B1800748658E}" srcOrd="0" destOrd="0" presId="urn:microsoft.com/office/officeart/2016/7/layout/VerticalDownArrowProcess"/>
    <dgm:cxn modelId="{16BCF9D6-35C5-4E3E-8D56-89FE2CB40F00}" type="presParOf" srcId="{35C28433-A079-4E1E-8EAA-725E71230BFB}" destId="{E1D48073-634E-4EAF-B5D2-8A7654C5FE30}" srcOrd="1" destOrd="0" presId="urn:microsoft.com/office/officeart/2016/7/layout/VerticalDownArrowProcess"/>
    <dgm:cxn modelId="{CA722FFC-64D3-455A-B32E-21EAEE13DA3A}" type="presParOf" srcId="{35C28433-A079-4E1E-8EAA-725E71230BFB}" destId="{CF0D6132-D242-4386-AD82-A8CC0805EA9D}" srcOrd="2" destOrd="0" presId="urn:microsoft.com/office/officeart/2016/7/layout/VerticalDownArrowProcess"/>
    <dgm:cxn modelId="{0608DAF3-8D06-4500-8C67-12286BB1669C}" type="presParOf" srcId="{13B04C09-AF98-43FC-9DF2-3DEDAD096182}" destId="{C83C7A1D-5ACE-47F7-92B3-295359EAA417}" srcOrd="5" destOrd="0" presId="urn:microsoft.com/office/officeart/2016/7/layout/VerticalDownArrowProcess"/>
    <dgm:cxn modelId="{9D7EE007-BCD8-458C-9B62-D8BB5985A798}" type="presParOf" srcId="{13B04C09-AF98-43FC-9DF2-3DEDAD096182}" destId="{96D22E12-885F-4B42-81AB-9F4521692666}" srcOrd="6" destOrd="0" presId="urn:microsoft.com/office/officeart/2016/7/layout/VerticalDownArrowProcess"/>
    <dgm:cxn modelId="{591841D6-30D2-4A19-A19D-E73B1091D47C}" type="presParOf" srcId="{96D22E12-885F-4B42-81AB-9F4521692666}" destId="{125571E5-DBFD-42C6-8089-704853677F92}" srcOrd="0" destOrd="0" presId="urn:microsoft.com/office/officeart/2016/7/layout/VerticalDownArrowProcess"/>
    <dgm:cxn modelId="{07672392-C90F-47B8-9D18-C78FA6B6DDF7}" type="presParOf" srcId="{96D22E12-885F-4B42-81AB-9F4521692666}" destId="{2A40F874-8DA8-44B7-9684-BEE4F1AA7CBE}" srcOrd="1" destOrd="0" presId="urn:microsoft.com/office/officeart/2016/7/layout/VerticalDownArrowProcess"/>
    <dgm:cxn modelId="{C6972F43-5FC4-4B20-BDAD-D893A6E77567}" type="presParOf" srcId="{96D22E12-885F-4B42-81AB-9F4521692666}" destId="{3D3AF71A-69FD-4EAD-8B42-5069A06E9DBA}" srcOrd="2" destOrd="0" presId="urn:microsoft.com/office/officeart/2016/7/layout/VerticalDownArrowProcess"/>
    <dgm:cxn modelId="{65A15521-3E45-43E9-9D7D-C00D802E014C}" type="presParOf" srcId="{13B04C09-AF98-43FC-9DF2-3DEDAD096182}" destId="{C7C44350-DDC1-4642-A4BA-8F24509C80CB}" srcOrd="7" destOrd="0" presId="urn:microsoft.com/office/officeart/2016/7/layout/VerticalDownArrowProcess"/>
    <dgm:cxn modelId="{CC9CBE0E-4DF1-4B1D-9AFE-9F3CA72B00E5}" type="presParOf" srcId="{13B04C09-AF98-43FC-9DF2-3DEDAD096182}" destId="{DB6CDCF0-719F-4E61-B107-8BAD0AFD47D4}" srcOrd="8" destOrd="0" presId="urn:microsoft.com/office/officeart/2016/7/layout/VerticalDownArrowProcess"/>
    <dgm:cxn modelId="{1E02257B-F293-485B-8D2C-391EC84AD463}" type="presParOf" srcId="{DB6CDCF0-719F-4E61-B107-8BAD0AFD47D4}" destId="{99354C2D-171F-49F0-A661-2D0D541B06EE}" srcOrd="0" destOrd="0" presId="urn:microsoft.com/office/officeart/2016/7/layout/VerticalDownArrowProcess"/>
    <dgm:cxn modelId="{18438961-8AB5-4AEA-9078-8F5700BB3592}" type="presParOf" srcId="{DB6CDCF0-719F-4E61-B107-8BAD0AFD47D4}" destId="{B8ADC51C-0244-4154-8884-7FD9F81E94DB}" srcOrd="1" destOrd="0" presId="urn:microsoft.com/office/officeart/2016/7/layout/VerticalDownArrowProcess"/>
    <dgm:cxn modelId="{17ED3705-BBB9-4960-9DE8-2E9BFACE044A}" type="presParOf" srcId="{DB6CDCF0-719F-4E61-B107-8BAD0AFD47D4}" destId="{A2FFA103-CD1E-4C16-B496-3FDDBA444066}" srcOrd="2" destOrd="0" presId="urn:microsoft.com/office/officeart/2016/7/layout/VerticalDownArrowProcess"/>
    <dgm:cxn modelId="{8DE33976-E97E-42CE-AA4A-DB21C04ED76D}" type="presParOf" srcId="{13B04C09-AF98-43FC-9DF2-3DEDAD096182}" destId="{144B9259-7A5A-4214-B2EB-3B248E3057C0}" srcOrd="9" destOrd="0" presId="urn:microsoft.com/office/officeart/2016/7/layout/VerticalDownArrowProcess"/>
    <dgm:cxn modelId="{4314B3F4-111F-4F05-B756-D49A62D49926}" type="presParOf" srcId="{13B04C09-AF98-43FC-9DF2-3DEDAD096182}" destId="{AF6FA816-FEDB-415B-979A-72156E22160C}" srcOrd="10" destOrd="0" presId="urn:microsoft.com/office/officeart/2016/7/layout/VerticalDownArrowProcess"/>
    <dgm:cxn modelId="{664C6C89-38D7-4CBF-B719-FCF704B4818D}" type="presParOf" srcId="{AF6FA816-FEDB-415B-979A-72156E22160C}" destId="{2A44B40D-0C9D-46BE-8D1F-9CB47B05B910}" srcOrd="0" destOrd="0" presId="urn:microsoft.com/office/officeart/2016/7/layout/VerticalDownArrowProcess"/>
    <dgm:cxn modelId="{855E751E-D996-44A0-ABBF-9660E4B9088A}" type="presParOf" srcId="{AF6FA816-FEDB-415B-979A-72156E22160C}" destId="{096D24C6-3722-41CC-BD4C-719FB5620010}" srcOrd="1" destOrd="0" presId="urn:microsoft.com/office/officeart/2016/7/layout/VerticalDownArrowProcess"/>
    <dgm:cxn modelId="{2EA8825E-B2D7-40B2-99F1-17E85E16C983}" type="presParOf" srcId="{AF6FA816-FEDB-415B-979A-72156E22160C}" destId="{4F3853D9-9F1D-4468-9119-F98F3E58BD87}" srcOrd="2" destOrd="0" presId="urn:microsoft.com/office/officeart/2016/7/layout/VerticalDownArrowProcess"/>
    <dgm:cxn modelId="{244909B6-E13C-4EDE-A6A6-1EBE8D2C7147}" type="presParOf" srcId="{13B04C09-AF98-43FC-9DF2-3DEDAD096182}" destId="{A21E20C2-7D35-4D7D-B967-C74AB43AA1B6}" srcOrd="11" destOrd="0" presId="urn:microsoft.com/office/officeart/2016/7/layout/VerticalDownArrowProcess"/>
    <dgm:cxn modelId="{0620E07D-EAE7-4C81-80C0-6392044BD3C1}" type="presParOf" srcId="{13B04C09-AF98-43FC-9DF2-3DEDAD096182}" destId="{C1FEC192-2246-4AED-9225-70B92A1966A9}" srcOrd="12" destOrd="0" presId="urn:microsoft.com/office/officeart/2016/7/layout/VerticalDownArrowProcess"/>
    <dgm:cxn modelId="{7659243F-80CC-490C-870F-895F2953A7A5}" type="presParOf" srcId="{C1FEC192-2246-4AED-9225-70B92A1966A9}" destId="{315E2D9E-EB17-46AA-90E8-00FB6B321940}" srcOrd="0" destOrd="0" presId="urn:microsoft.com/office/officeart/2016/7/layout/VerticalDownArrowProcess"/>
    <dgm:cxn modelId="{25AB4518-7D8C-4496-B31D-7DD4C58F6951}" type="presParOf" srcId="{C1FEC192-2246-4AED-9225-70B92A1966A9}" destId="{756FE95C-D3A1-48AD-8B7A-B0CD135F5AF2}" srcOrd="1" destOrd="0" presId="urn:microsoft.com/office/officeart/2016/7/layout/VerticalDownArrowProcess"/>
    <dgm:cxn modelId="{58CD01AC-3DEB-4312-84CF-DACAB6F72C95}" type="presParOf" srcId="{C1FEC192-2246-4AED-9225-70B92A1966A9}" destId="{A1432C27-30F8-40A5-876C-E2ACB3FD2663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ECEF2D7-A7AF-46B9-897B-50EDFA7CE074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5C067B7-4EAF-4EF9-970E-B791A4D17501}">
      <dgm:prSet/>
      <dgm:spPr/>
      <dgm:t>
        <a:bodyPr/>
        <a:lstStyle/>
        <a:p>
          <a:r>
            <a:rPr lang="en-IN" dirty="0"/>
            <a:t>Excel is excellent when we need to:</a:t>
          </a:r>
          <a:endParaRPr lang="en-US" dirty="0"/>
        </a:p>
      </dgm:t>
    </dgm:pt>
    <dgm:pt modelId="{660D3F02-1088-4CC0-8212-9E3457BFF1F4}" type="parTrans" cxnId="{428EFA7A-B212-42DD-B5ED-9435184CFA99}">
      <dgm:prSet/>
      <dgm:spPr/>
      <dgm:t>
        <a:bodyPr/>
        <a:lstStyle/>
        <a:p>
          <a:endParaRPr lang="en-US"/>
        </a:p>
      </dgm:t>
    </dgm:pt>
    <dgm:pt modelId="{A132A47B-1E0F-47DD-9714-00BE5E1CE536}" type="sibTrans" cxnId="{428EFA7A-B212-42DD-B5ED-9435184CFA99}">
      <dgm:prSet/>
      <dgm:spPr/>
      <dgm:t>
        <a:bodyPr/>
        <a:lstStyle/>
        <a:p>
          <a:endParaRPr lang="en-US"/>
        </a:p>
      </dgm:t>
    </dgm:pt>
    <dgm:pt modelId="{CE6AAA05-A09A-421D-814F-D7AA5536B57A}">
      <dgm:prSet/>
      <dgm:spPr/>
      <dgm:t>
        <a:bodyPr/>
        <a:lstStyle/>
        <a:p>
          <a:r>
            <a:rPr lang="en-US" spc="-18" dirty="0">
              <a:solidFill>
                <a:srgbClr val="181C24">
                  <a:alpha val="100000"/>
                </a:srgbClr>
              </a:solidFill>
              <a:latin typeface="IBM Plex Sans" panose="00000700000000000000" pitchFamily="2" charset="0"/>
            </a:rPr>
            <a:t>Utilize the provided Excel data to create an initial dashboard.</a:t>
          </a:r>
          <a:endParaRPr lang="en-US" dirty="0"/>
        </a:p>
      </dgm:t>
    </dgm:pt>
    <dgm:pt modelId="{0A88C5F8-80E4-4BE5-B676-0FB556801A70}" type="parTrans" cxnId="{AB011BDE-90F4-45A4-990B-952B217B4F77}">
      <dgm:prSet/>
      <dgm:spPr/>
      <dgm:t>
        <a:bodyPr/>
        <a:lstStyle/>
        <a:p>
          <a:endParaRPr lang="en-US"/>
        </a:p>
      </dgm:t>
    </dgm:pt>
    <dgm:pt modelId="{EF4A2991-27AC-40C5-B227-1FAF23C9EBD0}" type="sibTrans" cxnId="{AB011BDE-90F4-45A4-990B-952B217B4F77}">
      <dgm:prSet/>
      <dgm:spPr/>
      <dgm:t>
        <a:bodyPr/>
        <a:lstStyle/>
        <a:p>
          <a:endParaRPr lang="en-US"/>
        </a:p>
      </dgm:t>
    </dgm:pt>
    <dgm:pt modelId="{FBD84A9A-8FF6-4F2A-9C31-DC458F66BFBD}">
      <dgm:prSet/>
      <dgm:spPr/>
      <dgm:t>
        <a:bodyPr/>
        <a:lstStyle/>
        <a:p>
          <a:r>
            <a:rPr lang="en-IN" dirty="0"/>
            <a:t>Prepare small/medium-sized reports </a:t>
          </a:r>
          <a:endParaRPr lang="en-US" dirty="0"/>
        </a:p>
      </dgm:t>
    </dgm:pt>
    <dgm:pt modelId="{C9066658-7F72-484B-9246-D96D19E07B9A}" type="parTrans" cxnId="{CA0DD13E-A984-4C90-9BB6-4035E01B295A}">
      <dgm:prSet/>
      <dgm:spPr/>
      <dgm:t>
        <a:bodyPr/>
        <a:lstStyle/>
        <a:p>
          <a:endParaRPr lang="en-US"/>
        </a:p>
      </dgm:t>
    </dgm:pt>
    <dgm:pt modelId="{B604DDA1-2EBD-48FD-8A3E-30A8CAFA4CE4}" type="sibTrans" cxnId="{CA0DD13E-A984-4C90-9BB6-4035E01B295A}">
      <dgm:prSet/>
      <dgm:spPr/>
      <dgm:t>
        <a:bodyPr/>
        <a:lstStyle/>
        <a:p>
          <a:endParaRPr lang="en-US"/>
        </a:p>
      </dgm:t>
    </dgm:pt>
    <dgm:pt modelId="{2B99F83D-99D3-4719-BE2D-BA691194E249}">
      <dgm:prSet/>
      <dgm:spPr/>
      <dgm:t>
        <a:bodyPr/>
        <a:lstStyle/>
        <a:p>
          <a:r>
            <a:rPr lang="en-IN" dirty="0"/>
            <a:t>We use:</a:t>
          </a:r>
          <a:endParaRPr lang="en-US" dirty="0"/>
        </a:p>
      </dgm:t>
    </dgm:pt>
    <dgm:pt modelId="{AAC8F2C9-99E9-4B3C-9125-C569284E53D3}" type="parTrans" cxnId="{502C12D2-A2EE-43F0-846F-DCDC7AF353A4}">
      <dgm:prSet/>
      <dgm:spPr/>
      <dgm:t>
        <a:bodyPr/>
        <a:lstStyle/>
        <a:p>
          <a:endParaRPr lang="en-US"/>
        </a:p>
      </dgm:t>
    </dgm:pt>
    <dgm:pt modelId="{D6955834-A403-467E-933B-525C3607C547}" type="sibTrans" cxnId="{502C12D2-A2EE-43F0-846F-DCDC7AF353A4}">
      <dgm:prSet/>
      <dgm:spPr/>
      <dgm:t>
        <a:bodyPr/>
        <a:lstStyle/>
        <a:p>
          <a:endParaRPr lang="en-US"/>
        </a:p>
      </dgm:t>
    </dgm:pt>
    <dgm:pt modelId="{A829F3E0-FF11-42E4-B2FD-ED4B25F09C09}">
      <dgm:prSet/>
      <dgm:spPr/>
      <dgm:t>
        <a:bodyPr/>
        <a:lstStyle/>
        <a:p>
          <a:r>
            <a:rPr lang="en-IN"/>
            <a:t>Power Query → PivotTable → PivotChart → Slicer → Dashboard</a:t>
          </a:r>
          <a:endParaRPr lang="en-US"/>
        </a:p>
      </dgm:t>
    </dgm:pt>
    <dgm:pt modelId="{E9B28052-32ED-4ED5-BFAB-3805020DC1A8}" type="parTrans" cxnId="{0684EA4A-014E-48F1-812C-512A78EFDD91}">
      <dgm:prSet/>
      <dgm:spPr/>
      <dgm:t>
        <a:bodyPr/>
        <a:lstStyle/>
        <a:p>
          <a:endParaRPr lang="en-US"/>
        </a:p>
      </dgm:t>
    </dgm:pt>
    <dgm:pt modelId="{3BC0D33F-131D-4369-9ADB-233FA4D8A988}" type="sibTrans" cxnId="{0684EA4A-014E-48F1-812C-512A78EFDD91}">
      <dgm:prSet/>
      <dgm:spPr/>
      <dgm:t>
        <a:bodyPr/>
        <a:lstStyle/>
        <a:p>
          <a:endParaRPr lang="en-US"/>
        </a:p>
      </dgm:t>
    </dgm:pt>
    <dgm:pt modelId="{5E76E270-59F8-4719-B850-27D3A4D232AC}">
      <dgm:prSet/>
      <dgm:spPr/>
      <dgm:t>
        <a:bodyPr/>
        <a:lstStyle/>
        <a:p>
          <a:r>
            <a:rPr lang="en-IN" b="1"/>
            <a:t>Advantage</a:t>
          </a:r>
          <a:endParaRPr lang="en-US"/>
        </a:p>
      </dgm:t>
    </dgm:pt>
    <dgm:pt modelId="{F27D28B6-D208-4FF6-8954-34BE2F312C27}" type="parTrans" cxnId="{8FE3E668-97F7-40E2-9F56-3ADEA351504B}">
      <dgm:prSet/>
      <dgm:spPr/>
      <dgm:t>
        <a:bodyPr/>
        <a:lstStyle/>
        <a:p>
          <a:endParaRPr lang="en-US"/>
        </a:p>
      </dgm:t>
    </dgm:pt>
    <dgm:pt modelId="{EB81D675-0EBA-42D7-B980-BEBA84AB4A72}" type="sibTrans" cxnId="{8FE3E668-97F7-40E2-9F56-3ADEA351504B}">
      <dgm:prSet/>
      <dgm:spPr/>
      <dgm:t>
        <a:bodyPr/>
        <a:lstStyle/>
        <a:p>
          <a:endParaRPr lang="en-US"/>
        </a:p>
      </dgm:t>
    </dgm:pt>
    <dgm:pt modelId="{0ACDA286-B31B-442B-B1CB-505FFEF4534C}">
      <dgm:prSet/>
      <dgm:spPr/>
      <dgm:t>
        <a:bodyPr/>
        <a:lstStyle/>
        <a:p>
          <a:r>
            <a:rPr lang="en-IN"/>
            <a:t>Very easy and familiar.</a:t>
          </a:r>
          <a:endParaRPr lang="en-US"/>
        </a:p>
      </dgm:t>
    </dgm:pt>
    <dgm:pt modelId="{3815706A-7A50-4ED2-BB12-E2CBCA64616F}" type="parTrans" cxnId="{4D109FAB-0948-457E-81BE-5FD799FC2A82}">
      <dgm:prSet/>
      <dgm:spPr/>
      <dgm:t>
        <a:bodyPr/>
        <a:lstStyle/>
        <a:p>
          <a:endParaRPr lang="en-US"/>
        </a:p>
      </dgm:t>
    </dgm:pt>
    <dgm:pt modelId="{F40B2AAF-5BEB-40EA-819F-8F17F33DED30}" type="sibTrans" cxnId="{4D109FAB-0948-457E-81BE-5FD799FC2A82}">
      <dgm:prSet/>
      <dgm:spPr/>
      <dgm:t>
        <a:bodyPr/>
        <a:lstStyle/>
        <a:p>
          <a:endParaRPr lang="en-US"/>
        </a:p>
      </dgm:t>
    </dgm:pt>
    <dgm:pt modelId="{80999404-9EE3-493E-97EA-C0D6CD096956}">
      <dgm:prSet/>
      <dgm:spPr/>
      <dgm:t>
        <a:bodyPr/>
        <a:lstStyle/>
        <a:p>
          <a:r>
            <a:rPr lang="en-IN" b="1"/>
            <a:t>Disadvantage</a:t>
          </a:r>
          <a:endParaRPr lang="en-US"/>
        </a:p>
      </dgm:t>
    </dgm:pt>
    <dgm:pt modelId="{F0F17237-3510-4D08-8F53-61913377C21A}" type="parTrans" cxnId="{00D404D7-7F56-441C-9506-59BB01CB275F}">
      <dgm:prSet/>
      <dgm:spPr/>
      <dgm:t>
        <a:bodyPr/>
        <a:lstStyle/>
        <a:p>
          <a:endParaRPr lang="en-US"/>
        </a:p>
      </dgm:t>
    </dgm:pt>
    <dgm:pt modelId="{792DE948-AB17-4E8B-B374-3201DA5DBABB}" type="sibTrans" cxnId="{00D404D7-7F56-441C-9506-59BB01CB275F}">
      <dgm:prSet/>
      <dgm:spPr/>
      <dgm:t>
        <a:bodyPr/>
        <a:lstStyle/>
        <a:p>
          <a:endParaRPr lang="en-US"/>
        </a:p>
      </dgm:t>
    </dgm:pt>
    <dgm:pt modelId="{0E089979-4A08-4EA1-804B-04BDCDC82A70}">
      <dgm:prSet/>
      <dgm:spPr/>
      <dgm:t>
        <a:bodyPr/>
        <a:lstStyle/>
        <a:p>
          <a:r>
            <a:rPr lang="en-IN"/>
            <a:t>For a large and complex BI project, Excel dashboards can become difficult to maintain.</a:t>
          </a:r>
          <a:endParaRPr lang="en-US"/>
        </a:p>
      </dgm:t>
    </dgm:pt>
    <dgm:pt modelId="{90544740-EF40-40D9-A2A2-233678751CFF}" type="parTrans" cxnId="{B7BC461F-49B0-4E70-9006-F0291319D97E}">
      <dgm:prSet/>
      <dgm:spPr/>
      <dgm:t>
        <a:bodyPr/>
        <a:lstStyle/>
        <a:p>
          <a:endParaRPr lang="en-US"/>
        </a:p>
      </dgm:t>
    </dgm:pt>
    <dgm:pt modelId="{970E0010-9ACE-4312-BF23-61719E20F225}" type="sibTrans" cxnId="{B7BC461F-49B0-4E70-9006-F0291319D97E}">
      <dgm:prSet/>
      <dgm:spPr/>
      <dgm:t>
        <a:bodyPr/>
        <a:lstStyle/>
        <a:p>
          <a:endParaRPr lang="en-US"/>
        </a:p>
      </dgm:t>
    </dgm:pt>
    <dgm:pt modelId="{80B0BBDE-1A8D-412B-9DCC-BBAD5717431F}">
      <dgm:prSet/>
      <dgm:spPr/>
      <dgm:t>
        <a:bodyPr/>
        <a:lstStyle/>
        <a:p>
          <a:r>
            <a:rPr lang="en-US" spc="-18" dirty="0">
              <a:solidFill>
                <a:srgbClr val="181C24">
                  <a:alpha val="100000"/>
                </a:srgbClr>
              </a:solidFill>
              <a:latin typeface="IBM Plex Sans" panose="00000700000000000000" pitchFamily="2" charset="0"/>
            </a:rPr>
            <a:t>Perform basic data cleaning and transformation.</a:t>
          </a:r>
        </a:p>
      </dgm:t>
    </dgm:pt>
    <dgm:pt modelId="{FE1043DF-000C-4B2C-A6E7-966EFBB8CA84}" type="parTrans" cxnId="{C2FF047C-E74B-4D96-9876-20F39A84DB19}">
      <dgm:prSet/>
      <dgm:spPr/>
      <dgm:t>
        <a:bodyPr/>
        <a:lstStyle/>
        <a:p>
          <a:endParaRPr lang="en-IN"/>
        </a:p>
      </dgm:t>
    </dgm:pt>
    <dgm:pt modelId="{EFE7C656-5001-4E2E-AF5F-F170208D5B97}" type="sibTrans" cxnId="{C2FF047C-E74B-4D96-9876-20F39A84DB19}">
      <dgm:prSet/>
      <dgm:spPr/>
      <dgm:t>
        <a:bodyPr/>
        <a:lstStyle/>
        <a:p>
          <a:endParaRPr lang="en-IN"/>
        </a:p>
      </dgm:t>
    </dgm:pt>
    <dgm:pt modelId="{B4E09C82-B26B-455F-BB00-420E7C933B1E}">
      <dgm:prSet/>
      <dgm:spPr/>
      <dgm:t>
        <a:bodyPr/>
        <a:lstStyle/>
        <a:p>
          <a:r>
            <a:rPr lang="en-US" spc="-18" dirty="0">
              <a:solidFill>
                <a:srgbClr val="181C24">
                  <a:alpha val="100000"/>
                </a:srgbClr>
              </a:solidFill>
              <a:latin typeface="IBM Plex Sans" panose="00000700000000000000" pitchFamily="2" charset="0"/>
            </a:rPr>
            <a:t>Identify key metrics (KPIs) and define data visualization requirements.</a:t>
          </a:r>
        </a:p>
      </dgm:t>
    </dgm:pt>
    <dgm:pt modelId="{D550E1D6-0368-4EEE-8375-1FF75FF4D421}" type="parTrans" cxnId="{E188DEFF-CB4A-4D3D-8B6E-25907185206A}">
      <dgm:prSet/>
      <dgm:spPr/>
      <dgm:t>
        <a:bodyPr/>
        <a:lstStyle/>
        <a:p>
          <a:endParaRPr lang="en-IN"/>
        </a:p>
      </dgm:t>
    </dgm:pt>
    <dgm:pt modelId="{97FE7A46-A72B-41F6-B411-538ACAFE455C}" type="sibTrans" cxnId="{E188DEFF-CB4A-4D3D-8B6E-25907185206A}">
      <dgm:prSet/>
      <dgm:spPr/>
      <dgm:t>
        <a:bodyPr/>
        <a:lstStyle/>
        <a:p>
          <a:endParaRPr lang="en-IN"/>
        </a:p>
      </dgm:t>
    </dgm:pt>
    <dgm:pt modelId="{F8BFD0AB-4F3C-4F71-A30C-035ED4238501}">
      <dgm:prSet/>
      <dgm:spPr/>
      <dgm:t>
        <a:bodyPr/>
        <a:lstStyle/>
        <a:p>
          <a:r>
            <a:rPr lang="en-IN" dirty="0"/>
            <a:t>Create PivotTables </a:t>
          </a:r>
          <a:endParaRPr lang="en-US" spc="-18" dirty="0">
            <a:solidFill>
              <a:srgbClr val="181C24">
                <a:alpha val="100000"/>
              </a:srgbClr>
            </a:solidFill>
            <a:latin typeface="IBM Plex Sans" panose="00000700000000000000" pitchFamily="2" charset="0"/>
          </a:endParaRPr>
        </a:p>
      </dgm:t>
    </dgm:pt>
    <dgm:pt modelId="{6AB182DB-2D8C-4F6E-941B-4CC2DFAC3797}" type="parTrans" cxnId="{DFADDB0D-8E21-4D51-8720-00760E7463A8}">
      <dgm:prSet/>
      <dgm:spPr/>
      <dgm:t>
        <a:bodyPr/>
        <a:lstStyle/>
        <a:p>
          <a:endParaRPr lang="en-IN"/>
        </a:p>
      </dgm:t>
    </dgm:pt>
    <dgm:pt modelId="{D1170806-963F-4396-B0BC-B4CCFD4AE1A5}" type="sibTrans" cxnId="{DFADDB0D-8E21-4D51-8720-00760E7463A8}">
      <dgm:prSet/>
      <dgm:spPr/>
      <dgm:t>
        <a:bodyPr/>
        <a:lstStyle/>
        <a:p>
          <a:endParaRPr lang="en-IN"/>
        </a:p>
      </dgm:t>
    </dgm:pt>
    <dgm:pt modelId="{B861856B-7C15-4AF3-986B-8E253FE5D748}">
      <dgm:prSet/>
      <dgm:spPr/>
      <dgm:t>
        <a:bodyPr/>
        <a:lstStyle/>
        <a:p>
          <a:r>
            <a:rPr lang="en-IN"/>
            <a:t>Use formulas </a:t>
          </a:r>
          <a:endParaRPr lang="en-US" dirty="0"/>
        </a:p>
      </dgm:t>
    </dgm:pt>
    <dgm:pt modelId="{89893CAD-3F13-4791-8786-8DE8DD63F40E}" type="parTrans" cxnId="{83847554-7118-42D7-B3D4-7620A2F1E48F}">
      <dgm:prSet/>
      <dgm:spPr/>
      <dgm:t>
        <a:bodyPr/>
        <a:lstStyle/>
        <a:p>
          <a:endParaRPr lang="en-IN"/>
        </a:p>
      </dgm:t>
    </dgm:pt>
    <dgm:pt modelId="{9C2014FA-FC88-4BA4-B282-DEEA13885AB3}" type="sibTrans" cxnId="{83847554-7118-42D7-B3D4-7620A2F1E48F}">
      <dgm:prSet/>
      <dgm:spPr/>
      <dgm:t>
        <a:bodyPr/>
        <a:lstStyle/>
        <a:p>
          <a:endParaRPr lang="en-IN"/>
        </a:p>
      </dgm:t>
    </dgm:pt>
    <dgm:pt modelId="{9D4ABB91-C654-4C55-8684-D2C89963B9B5}">
      <dgm:prSet/>
      <dgm:spPr/>
      <dgm:t>
        <a:bodyPr/>
        <a:lstStyle/>
        <a:p>
          <a:r>
            <a:rPr lang="en-IN" dirty="0"/>
            <a:t>Perform quick analysis </a:t>
          </a:r>
          <a:endParaRPr lang="en-US" dirty="0"/>
        </a:p>
      </dgm:t>
    </dgm:pt>
    <dgm:pt modelId="{68B42ED3-047D-4783-8120-833AB0EDB900}" type="parTrans" cxnId="{95725CD5-8D09-4FFB-BA38-365235364E58}">
      <dgm:prSet/>
      <dgm:spPr/>
      <dgm:t>
        <a:bodyPr/>
        <a:lstStyle/>
        <a:p>
          <a:endParaRPr lang="en-IN"/>
        </a:p>
      </dgm:t>
    </dgm:pt>
    <dgm:pt modelId="{B033AB9F-20DC-4A3F-99D3-F0B093788AB4}" type="sibTrans" cxnId="{95725CD5-8D09-4FFB-BA38-365235364E58}">
      <dgm:prSet/>
      <dgm:spPr/>
      <dgm:t>
        <a:bodyPr/>
        <a:lstStyle/>
        <a:p>
          <a:endParaRPr lang="en-IN"/>
        </a:p>
      </dgm:t>
    </dgm:pt>
    <dgm:pt modelId="{7E0548AF-95EB-4330-A6E0-4D673CFEC63E}" type="pres">
      <dgm:prSet presAssocID="{FECEF2D7-A7AF-46B9-897B-50EDFA7CE074}" presName="linear" presStyleCnt="0">
        <dgm:presLayoutVars>
          <dgm:dir/>
          <dgm:animLvl val="lvl"/>
          <dgm:resizeHandles val="exact"/>
        </dgm:presLayoutVars>
      </dgm:prSet>
      <dgm:spPr/>
    </dgm:pt>
    <dgm:pt modelId="{F9BCA7AD-32E0-44E8-AF2A-E6EBE97E2528}" type="pres">
      <dgm:prSet presAssocID="{25C067B7-4EAF-4EF9-970E-B791A4D17501}" presName="parentLin" presStyleCnt="0"/>
      <dgm:spPr/>
    </dgm:pt>
    <dgm:pt modelId="{2BC1826D-778F-4A3F-914E-2E2847C9794A}" type="pres">
      <dgm:prSet presAssocID="{25C067B7-4EAF-4EF9-970E-B791A4D17501}" presName="parentLeftMargin" presStyleLbl="node1" presStyleIdx="0" presStyleCnt="4"/>
      <dgm:spPr/>
    </dgm:pt>
    <dgm:pt modelId="{4F0CFD3A-531E-4273-9896-E0B8769D6A75}" type="pres">
      <dgm:prSet presAssocID="{25C067B7-4EAF-4EF9-970E-B791A4D1750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02B0FA2-1D20-4A11-A088-9DAE837E0E54}" type="pres">
      <dgm:prSet presAssocID="{25C067B7-4EAF-4EF9-970E-B791A4D17501}" presName="negativeSpace" presStyleCnt="0"/>
      <dgm:spPr/>
    </dgm:pt>
    <dgm:pt modelId="{43373D4C-0F2C-4D98-98E5-0E2E4EB45BFC}" type="pres">
      <dgm:prSet presAssocID="{25C067B7-4EAF-4EF9-970E-B791A4D17501}" presName="childText" presStyleLbl="conFgAcc1" presStyleIdx="0" presStyleCnt="4">
        <dgm:presLayoutVars>
          <dgm:bulletEnabled val="1"/>
        </dgm:presLayoutVars>
      </dgm:prSet>
      <dgm:spPr/>
    </dgm:pt>
    <dgm:pt modelId="{BF81BFC1-CDF2-407E-83C2-F8C13CCBD29B}" type="pres">
      <dgm:prSet presAssocID="{A132A47B-1E0F-47DD-9714-00BE5E1CE536}" presName="spaceBetweenRectangles" presStyleCnt="0"/>
      <dgm:spPr/>
    </dgm:pt>
    <dgm:pt modelId="{184641DE-94DD-4089-917A-BFBAE63FAA56}" type="pres">
      <dgm:prSet presAssocID="{2B99F83D-99D3-4719-BE2D-BA691194E249}" presName="parentLin" presStyleCnt="0"/>
      <dgm:spPr/>
    </dgm:pt>
    <dgm:pt modelId="{E316D7B2-3A75-4622-A4A3-B26F44B3E0B9}" type="pres">
      <dgm:prSet presAssocID="{2B99F83D-99D3-4719-BE2D-BA691194E249}" presName="parentLeftMargin" presStyleLbl="node1" presStyleIdx="0" presStyleCnt="4"/>
      <dgm:spPr/>
    </dgm:pt>
    <dgm:pt modelId="{7B876345-C4A6-4D64-B86A-052FE21E4B6D}" type="pres">
      <dgm:prSet presAssocID="{2B99F83D-99D3-4719-BE2D-BA691194E24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7FEFA7A-9B67-4156-B032-F5785427221E}" type="pres">
      <dgm:prSet presAssocID="{2B99F83D-99D3-4719-BE2D-BA691194E249}" presName="negativeSpace" presStyleCnt="0"/>
      <dgm:spPr/>
    </dgm:pt>
    <dgm:pt modelId="{3D473E3E-2F74-44E2-B158-8C58DC5F7B80}" type="pres">
      <dgm:prSet presAssocID="{2B99F83D-99D3-4719-BE2D-BA691194E249}" presName="childText" presStyleLbl="conFgAcc1" presStyleIdx="1" presStyleCnt="4">
        <dgm:presLayoutVars>
          <dgm:bulletEnabled val="1"/>
        </dgm:presLayoutVars>
      </dgm:prSet>
      <dgm:spPr/>
    </dgm:pt>
    <dgm:pt modelId="{169E0FF2-2F42-4C14-8996-CE7F86B37682}" type="pres">
      <dgm:prSet presAssocID="{D6955834-A403-467E-933B-525C3607C547}" presName="spaceBetweenRectangles" presStyleCnt="0"/>
      <dgm:spPr/>
    </dgm:pt>
    <dgm:pt modelId="{54825E52-C3CC-4358-8377-96E391991BF7}" type="pres">
      <dgm:prSet presAssocID="{5E76E270-59F8-4719-B850-27D3A4D232AC}" presName="parentLin" presStyleCnt="0"/>
      <dgm:spPr/>
    </dgm:pt>
    <dgm:pt modelId="{57C039F3-C8AB-41A8-9FEC-0F179285B4CB}" type="pres">
      <dgm:prSet presAssocID="{5E76E270-59F8-4719-B850-27D3A4D232AC}" presName="parentLeftMargin" presStyleLbl="node1" presStyleIdx="1" presStyleCnt="4"/>
      <dgm:spPr/>
    </dgm:pt>
    <dgm:pt modelId="{CF69DCB3-BE44-48A6-8533-21682186E101}" type="pres">
      <dgm:prSet presAssocID="{5E76E270-59F8-4719-B850-27D3A4D232A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DC96B92-9CB9-4E9C-89A8-AC890C1659DB}" type="pres">
      <dgm:prSet presAssocID="{5E76E270-59F8-4719-B850-27D3A4D232AC}" presName="negativeSpace" presStyleCnt="0"/>
      <dgm:spPr/>
    </dgm:pt>
    <dgm:pt modelId="{9AE9EB8F-FDC2-4158-AA50-4CAB15CDB5AA}" type="pres">
      <dgm:prSet presAssocID="{5E76E270-59F8-4719-B850-27D3A4D232AC}" presName="childText" presStyleLbl="conFgAcc1" presStyleIdx="2" presStyleCnt="4">
        <dgm:presLayoutVars>
          <dgm:bulletEnabled val="1"/>
        </dgm:presLayoutVars>
      </dgm:prSet>
      <dgm:spPr/>
    </dgm:pt>
    <dgm:pt modelId="{5E9F5226-CCF7-4EF6-9C6F-FC5B0955FF55}" type="pres">
      <dgm:prSet presAssocID="{EB81D675-0EBA-42D7-B980-BEBA84AB4A72}" presName="spaceBetweenRectangles" presStyleCnt="0"/>
      <dgm:spPr/>
    </dgm:pt>
    <dgm:pt modelId="{CF79ED47-1FB2-4735-BACE-8106B30FC582}" type="pres">
      <dgm:prSet presAssocID="{80999404-9EE3-493E-97EA-C0D6CD096956}" presName="parentLin" presStyleCnt="0"/>
      <dgm:spPr/>
    </dgm:pt>
    <dgm:pt modelId="{21472A8D-9D1F-4D0E-9197-70E730C8EE3A}" type="pres">
      <dgm:prSet presAssocID="{80999404-9EE3-493E-97EA-C0D6CD096956}" presName="parentLeftMargin" presStyleLbl="node1" presStyleIdx="2" presStyleCnt="4"/>
      <dgm:spPr/>
    </dgm:pt>
    <dgm:pt modelId="{9C19F1D3-848B-45CB-B1FF-CA6E4EA12DE9}" type="pres">
      <dgm:prSet presAssocID="{80999404-9EE3-493E-97EA-C0D6CD096956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7A61331E-17DA-49B6-8B92-09FB5AA91084}" type="pres">
      <dgm:prSet presAssocID="{80999404-9EE3-493E-97EA-C0D6CD096956}" presName="negativeSpace" presStyleCnt="0"/>
      <dgm:spPr/>
    </dgm:pt>
    <dgm:pt modelId="{5B359513-E397-46A3-BAC2-3DCFE0239FB4}" type="pres">
      <dgm:prSet presAssocID="{80999404-9EE3-493E-97EA-C0D6CD096956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0A8BBD01-0C25-4897-8F4C-0F7ACF71B170}" type="presOf" srcId="{2B99F83D-99D3-4719-BE2D-BA691194E249}" destId="{E316D7B2-3A75-4622-A4A3-B26F44B3E0B9}" srcOrd="0" destOrd="0" presId="urn:microsoft.com/office/officeart/2005/8/layout/list1"/>
    <dgm:cxn modelId="{B249760A-416A-4CEB-8CCA-ED0138FA79A5}" type="presOf" srcId="{FECEF2D7-A7AF-46B9-897B-50EDFA7CE074}" destId="{7E0548AF-95EB-4330-A6E0-4D673CFEC63E}" srcOrd="0" destOrd="0" presId="urn:microsoft.com/office/officeart/2005/8/layout/list1"/>
    <dgm:cxn modelId="{DFADDB0D-8E21-4D51-8720-00760E7463A8}" srcId="{25C067B7-4EAF-4EF9-970E-B791A4D17501}" destId="{F8BFD0AB-4F3C-4F71-A30C-035ED4238501}" srcOrd="2" destOrd="0" parTransId="{6AB182DB-2D8C-4F6E-941B-4CC2DFAC3797}" sibTransId="{D1170806-963F-4396-B0BC-B4CCFD4AE1A5}"/>
    <dgm:cxn modelId="{4D10A51B-6FCD-4C4A-9098-2CEE6F2D23BA}" type="presOf" srcId="{0E089979-4A08-4EA1-804B-04BDCDC82A70}" destId="{5B359513-E397-46A3-BAC2-3DCFE0239FB4}" srcOrd="0" destOrd="0" presId="urn:microsoft.com/office/officeart/2005/8/layout/list1"/>
    <dgm:cxn modelId="{B7BC461F-49B0-4E70-9006-F0291319D97E}" srcId="{80999404-9EE3-493E-97EA-C0D6CD096956}" destId="{0E089979-4A08-4EA1-804B-04BDCDC82A70}" srcOrd="0" destOrd="0" parTransId="{90544740-EF40-40D9-A2A2-233678751CFF}" sibTransId="{970E0010-9ACE-4312-BF23-61719E20F225}"/>
    <dgm:cxn modelId="{F598CB22-1D31-4136-AF33-C1159FA023E6}" type="presOf" srcId="{25C067B7-4EAF-4EF9-970E-B791A4D17501}" destId="{2BC1826D-778F-4A3F-914E-2E2847C9794A}" srcOrd="0" destOrd="0" presId="urn:microsoft.com/office/officeart/2005/8/layout/list1"/>
    <dgm:cxn modelId="{841E322C-BF76-4974-8177-49BC025897A7}" type="presOf" srcId="{5E76E270-59F8-4719-B850-27D3A4D232AC}" destId="{CF69DCB3-BE44-48A6-8533-21682186E101}" srcOrd="1" destOrd="0" presId="urn:microsoft.com/office/officeart/2005/8/layout/list1"/>
    <dgm:cxn modelId="{0E004B32-2DDC-468C-B337-97D55C4372E1}" type="presOf" srcId="{2B99F83D-99D3-4719-BE2D-BA691194E249}" destId="{7B876345-C4A6-4D64-B86A-052FE21E4B6D}" srcOrd="1" destOrd="0" presId="urn:microsoft.com/office/officeart/2005/8/layout/list1"/>
    <dgm:cxn modelId="{CA0DD13E-A984-4C90-9BB6-4035E01B295A}" srcId="{25C067B7-4EAF-4EF9-970E-B791A4D17501}" destId="{FBD84A9A-8FF6-4F2A-9C31-DC458F66BFBD}" srcOrd="6" destOrd="0" parTransId="{C9066658-7F72-484B-9246-D96D19E07B9A}" sibTransId="{B604DDA1-2EBD-48FD-8A3E-30A8CAFA4CE4}"/>
    <dgm:cxn modelId="{E7692A65-0B21-47D6-A084-86D48F2C5E71}" type="presOf" srcId="{A829F3E0-FF11-42E4-B2FD-ED4B25F09C09}" destId="{3D473E3E-2F74-44E2-B158-8C58DC5F7B80}" srcOrd="0" destOrd="0" presId="urn:microsoft.com/office/officeart/2005/8/layout/list1"/>
    <dgm:cxn modelId="{B9199D45-D37A-4CCD-8219-FE7792EF9B94}" type="presOf" srcId="{80999404-9EE3-493E-97EA-C0D6CD096956}" destId="{21472A8D-9D1F-4D0E-9197-70E730C8EE3A}" srcOrd="0" destOrd="0" presId="urn:microsoft.com/office/officeart/2005/8/layout/list1"/>
    <dgm:cxn modelId="{8FE3E668-97F7-40E2-9F56-3ADEA351504B}" srcId="{FECEF2D7-A7AF-46B9-897B-50EDFA7CE074}" destId="{5E76E270-59F8-4719-B850-27D3A4D232AC}" srcOrd="2" destOrd="0" parTransId="{F27D28B6-D208-4FF6-8954-34BE2F312C27}" sibTransId="{EB81D675-0EBA-42D7-B980-BEBA84AB4A72}"/>
    <dgm:cxn modelId="{0684EA4A-014E-48F1-812C-512A78EFDD91}" srcId="{2B99F83D-99D3-4719-BE2D-BA691194E249}" destId="{A829F3E0-FF11-42E4-B2FD-ED4B25F09C09}" srcOrd="0" destOrd="0" parTransId="{E9B28052-32ED-4ED5-BFAB-3805020DC1A8}" sibTransId="{3BC0D33F-131D-4369-9ADB-233FA4D8A988}"/>
    <dgm:cxn modelId="{83847554-7118-42D7-B3D4-7620A2F1E48F}" srcId="{25C067B7-4EAF-4EF9-970E-B791A4D17501}" destId="{B861856B-7C15-4AF3-986B-8E253FE5D748}" srcOrd="3" destOrd="0" parTransId="{89893CAD-3F13-4791-8786-8DE8DD63F40E}" sibTransId="{9C2014FA-FC88-4BA4-B282-DEEA13885AB3}"/>
    <dgm:cxn modelId="{428EFA7A-B212-42DD-B5ED-9435184CFA99}" srcId="{FECEF2D7-A7AF-46B9-897B-50EDFA7CE074}" destId="{25C067B7-4EAF-4EF9-970E-B791A4D17501}" srcOrd="0" destOrd="0" parTransId="{660D3F02-1088-4CC0-8212-9E3457BFF1F4}" sibTransId="{A132A47B-1E0F-47DD-9714-00BE5E1CE536}"/>
    <dgm:cxn modelId="{C2FF047C-E74B-4D96-9876-20F39A84DB19}" srcId="{25C067B7-4EAF-4EF9-970E-B791A4D17501}" destId="{80B0BBDE-1A8D-412B-9DCC-BBAD5717431F}" srcOrd="1" destOrd="0" parTransId="{FE1043DF-000C-4B2C-A6E7-966EFBB8CA84}" sibTransId="{EFE7C656-5001-4E2E-AF5F-F170208D5B97}"/>
    <dgm:cxn modelId="{44B0687C-90E9-4430-8276-DB058FC41886}" type="presOf" srcId="{F8BFD0AB-4F3C-4F71-A30C-035ED4238501}" destId="{43373D4C-0F2C-4D98-98E5-0E2E4EB45BFC}" srcOrd="0" destOrd="2" presId="urn:microsoft.com/office/officeart/2005/8/layout/list1"/>
    <dgm:cxn modelId="{101A0C9B-C24E-406C-AD11-2A0B0A2FC8F2}" type="presOf" srcId="{80B0BBDE-1A8D-412B-9DCC-BBAD5717431F}" destId="{43373D4C-0F2C-4D98-98E5-0E2E4EB45BFC}" srcOrd="0" destOrd="1" presId="urn:microsoft.com/office/officeart/2005/8/layout/list1"/>
    <dgm:cxn modelId="{FCE5A8A0-DC3C-4721-BBD6-59C654E3C87F}" type="presOf" srcId="{5E76E270-59F8-4719-B850-27D3A4D232AC}" destId="{57C039F3-C8AB-41A8-9FEC-0F179285B4CB}" srcOrd="0" destOrd="0" presId="urn:microsoft.com/office/officeart/2005/8/layout/list1"/>
    <dgm:cxn modelId="{29F47EA5-4610-4648-9DB7-10C68CAF875A}" type="presOf" srcId="{80999404-9EE3-493E-97EA-C0D6CD096956}" destId="{9C19F1D3-848B-45CB-B1FF-CA6E4EA12DE9}" srcOrd="1" destOrd="0" presId="urn:microsoft.com/office/officeart/2005/8/layout/list1"/>
    <dgm:cxn modelId="{4D109FAB-0948-457E-81BE-5FD799FC2A82}" srcId="{5E76E270-59F8-4719-B850-27D3A4D232AC}" destId="{0ACDA286-B31B-442B-B1CB-505FFEF4534C}" srcOrd="0" destOrd="0" parTransId="{3815706A-7A50-4ED2-BB12-E2CBCA64616F}" sibTransId="{F40B2AAF-5BEB-40EA-819F-8F17F33DED30}"/>
    <dgm:cxn modelId="{9E3CBDAC-EC03-42CE-A24F-6858063203E5}" type="presOf" srcId="{B4E09C82-B26B-455F-BB00-420E7C933B1E}" destId="{43373D4C-0F2C-4D98-98E5-0E2E4EB45BFC}" srcOrd="0" destOrd="5" presId="urn:microsoft.com/office/officeart/2005/8/layout/list1"/>
    <dgm:cxn modelId="{182B35B4-641C-4851-9767-4E49F126696D}" type="presOf" srcId="{25C067B7-4EAF-4EF9-970E-B791A4D17501}" destId="{4F0CFD3A-531E-4273-9896-E0B8769D6A75}" srcOrd="1" destOrd="0" presId="urn:microsoft.com/office/officeart/2005/8/layout/list1"/>
    <dgm:cxn modelId="{8BB6E0B4-41AF-44F7-B47F-7983B5722EF7}" type="presOf" srcId="{B861856B-7C15-4AF3-986B-8E253FE5D748}" destId="{43373D4C-0F2C-4D98-98E5-0E2E4EB45BFC}" srcOrd="0" destOrd="3" presId="urn:microsoft.com/office/officeart/2005/8/layout/list1"/>
    <dgm:cxn modelId="{28F0A4C2-62E4-44F6-8004-C1191AF1ACFE}" type="presOf" srcId="{9D4ABB91-C654-4C55-8684-D2C89963B9B5}" destId="{43373D4C-0F2C-4D98-98E5-0E2E4EB45BFC}" srcOrd="0" destOrd="4" presId="urn:microsoft.com/office/officeart/2005/8/layout/list1"/>
    <dgm:cxn modelId="{8459C5C6-35CD-47F2-86B4-60AED1DD6D6B}" type="presOf" srcId="{0ACDA286-B31B-442B-B1CB-505FFEF4534C}" destId="{9AE9EB8F-FDC2-4158-AA50-4CAB15CDB5AA}" srcOrd="0" destOrd="0" presId="urn:microsoft.com/office/officeart/2005/8/layout/list1"/>
    <dgm:cxn modelId="{C61AE0D0-F4CF-4265-AC2B-E016DC0DE384}" type="presOf" srcId="{FBD84A9A-8FF6-4F2A-9C31-DC458F66BFBD}" destId="{43373D4C-0F2C-4D98-98E5-0E2E4EB45BFC}" srcOrd="0" destOrd="6" presId="urn:microsoft.com/office/officeart/2005/8/layout/list1"/>
    <dgm:cxn modelId="{502C12D2-A2EE-43F0-846F-DCDC7AF353A4}" srcId="{FECEF2D7-A7AF-46B9-897B-50EDFA7CE074}" destId="{2B99F83D-99D3-4719-BE2D-BA691194E249}" srcOrd="1" destOrd="0" parTransId="{AAC8F2C9-99E9-4B3C-9125-C569284E53D3}" sibTransId="{D6955834-A403-467E-933B-525C3607C547}"/>
    <dgm:cxn modelId="{4F09E1D4-6CC6-4E71-930C-271D1E948289}" type="presOf" srcId="{CE6AAA05-A09A-421D-814F-D7AA5536B57A}" destId="{43373D4C-0F2C-4D98-98E5-0E2E4EB45BFC}" srcOrd="0" destOrd="0" presId="urn:microsoft.com/office/officeart/2005/8/layout/list1"/>
    <dgm:cxn modelId="{95725CD5-8D09-4FFB-BA38-365235364E58}" srcId="{25C067B7-4EAF-4EF9-970E-B791A4D17501}" destId="{9D4ABB91-C654-4C55-8684-D2C89963B9B5}" srcOrd="4" destOrd="0" parTransId="{68B42ED3-047D-4783-8120-833AB0EDB900}" sibTransId="{B033AB9F-20DC-4A3F-99D3-F0B093788AB4}"/>
    <dgm:cxn modelId="{00D404D7-7F56-441C-9506-59BB01CB275F}" srcId="{FECEF2D7-A7AF-46B9-897B-50EDFA7CE074}" destId="{80999404-9EE3-493E-97EA-C0D6CD096956}" srcOrd="3" destOrd="0" parTransId="{F0F17237-3510-4D08-8F53-61913377C21A}" sibTransId="{792DE948-AB17-4E8B-B374-3201DA5DBABB}"/>
    <dgm:cxn modelId="{AB011BDE-90F4-45A4-990B-952B217B4F77}" srcId="{25C067B7-4EAF-4EF9-970E-B791A4D17501}" destId="{CE6AAA05-A09A-421D-814F-D7AA5536B57A}" srcOrd="0" destOrd="0" parTransId="{0A88C5F8-80E4-4BE5-B676-0FB556801A70}" sibTransId="{EF4A2991-27AC-40C5-B227-1FAF23C9EBD0}"/>
    <dgm:cxn modelId="{E188DEFF-CB4A-4D3D-8B6E-25907185206A}" srcId="{25C067B7-4EAF-4EF9-970E-B791A4D17501}" destId="{B4E09C82-B26B-455F-BB00-420E7C933B1E}" srcOrd="5" destOrd="0" parTransId="{D550E1D6-0368-4EEE-8375-1FF75FF4D421}" sibTransId="{97FE7A46-A72B-41F6-B411-538ACAFE455C}"/>
    <dgm:cxn modelId="{ACFAC953-092E-4860-9E97-D01B98369A96}" type="presParOf" srcId="{7E0548AF-95EB-4330-A6E0-4D673CFEC63E}" destId="{F9BCA7AD-32E0-44E8-AF2A-E6EBE97E2528}" srcOrd="0" destOrd="0" presId="urn:microsoft.com/office/officeart/2005/8/layout/list1"/>
    <dgm:cxn modelId="{43C2BB73-1F24-4F58-BC41-B5BDBD526EE6}" type="presParOf" srcId="{F9BCA7AD-32E0-44E8-AF2A-E6EBE97E2528}" destId="{2BC1826D-778F-4A3F-914E-2E2847C9794A}" srcOrd="0" destOrd="0" presId="urn:microsoft.com/office/officeart/2005/8/layout/list1"/>
    <dgm:cxn modelId="{81E4E496-0C53-44F7-B8CD-6D0EE06F7D86}" type="presParOf" srcId="{F9BCA7AD-32E0-44E8-AF2A-E6EBE97E2528}" destId="{4F0CFD3A-531E-4273-9896-E0B8769D6A75}" srcOrd="1" destOrd="0" presId="urn:microsoft.com/office/officeart/2005/8/layout/list1"/>
    <dgm:cxn modelId="{DABD1313-1758-40D8-8501-B8E2E437EB7A}" type="presParOf" srcId="{7E0548AF-95EB-4330-A6E0-4D673CFEC63E}" destId="{102B0FA2-1D20-4A11-A088-9DAE837E0E54}" srcOrd="1" destOrd="0" presId="urn:microsoft.com/office/officeart/2005/8/layout/list1"/>
    <dgm:cxn modelId="{631EFA7C-77E5-454C-966B-749929FDD357}" type="presParOf" srcId="{7E0548AF-95EB-4330-A6E0-4D673CFEC63E}" destId="{43373D4C-0F2C-4D98-98E5-0E2E4EB45BFC}" srcOrd="2" destOrd="0" presId="urn:microsoft.com/office/officeart/2005/8/layout/list1"/>
    <dgm:cxn modelId="{C22A5AE9-B518-4C68-8C03-A3809B1C1E83}" type="presParOf" srcId="{7E0548AF-95EB-4330-A6E0-4D673CFEC63E}" destId="{BF81BFC1-CDF2-407E-83C2-F8C13CCBD29B}" srcOrd="3" destOrd="0" presId="urn:microsoft.com/office/officeart/2005/8/layout/list1"/>
    <dgm:cxn modelId="{CEF49BB0-5691-4545-955C-23FD55B57FFD}" type="presParOf" srcId="{7E0548AF-95EB-4330-A6E0-4D673CFEC63E}" destId="{184641DE-94DD-4089-917A-BFBAE63FAA56}" srcOrd="4" destOrd="0" presId="urn:microsoft.com/office/officeart/2005/8/layout/list1"/>
    <dgm:cxn modelId="{79E29460-0462-403F-9DD5-B574CD567580}" type="presParOf" srcId="{184641DE-94DD-4089-917A-BFBAE63FAA56}" destId="{E316D7B2-3A75-4622-A4A3-B26F44B3E0B9}" srcOrd="0" destOrd="0" presId="urn:microsoft.com/office/officeart/2005/8/layout/list1"/>
    <dgm:cxn modelId="{96F67908-23C3-4214-AF23-83BA78D2D75F}" type="presParOf" srcId="{184641DE-94DD-4089-917A-BFBAE63FAA56}" destId="{7B876345-C4A6-4D64-B86A-052FE21E4B6D}" srcOrd="1" destOrd="0" presId="urn:microsoft.com/office/officeart/2005/8/layout/list1"/>
    <dgm:cxn modelId="{B323845A-F2BE-43F9-BE28-63B594C6030B}" type="presParOf" srcId="{7E0548AF-95EB-4330-A6E0-4D673CFEC63E}" destId="{D7FEFA7A-9B67-4156-B032-F5785427221E}" srcOrd="5" destOrd="0" presId="urn:microsoft.com/office/officeart/2005/8/layout/list1"/>
    <dgm:cxn modelId="{67E6BF77-9515-4AC4-ABD8-0E611A4EBC91}" type="presParOf" srcId="{7E0548AF-95EB-4330-A6E0-4D673CFEC63E}" destId="{3D473E3E-2F74-44E2-B158-8C58DC5F7B80}" srcOrd="6" destOrd="0" presId="urn:microsoft.com/office/officeart/2005/8/layout/list1"/>
    <dgm:cxn modelId="{74CA441D-A383-4C76-9FC8-F8794BD50C8B}" type="presParOf" srcId="{7E0548AF-95EB-4330-A6E0-4D673CFEC63E}" destId="{169E0FF2-2F42-4C14-8996-CE7F86B37682}" srcOrd="7" destOrd="0" presId="urn:microsoft.com/office/officeart/2005/8/layout/list1"/>
    <dgm:cxn modelId="{A6414418-5FD9-454B-8266-DE69C03CA43C}" type="presParOf" srcId="{7E0548AF-95EB-4330-A6E0-4D673CFEC63E}" destId="{54825E52-C3CC-4358-8377-96E391991BF7}" srcOrd="8" destOrd="0" presId="urn:microsoft.com/office/officeart/2005/8/layout/list1"/>
    <dgm:cxn modelId="{B18DD0C5-DF59-4793-B738-5ED5443B5808}" type="presParOf" srcId="{54825E52-C3CC-4358-8377-96E391991BF7}" destId="{57C039F3-C8AB-41A8-9FEC-0F179285B4CB}" srcOrd="0" destOrd="0" presId="urn:microsoft.com/office/officeart/2005/8/layout/list1"/>
    <dgm:cxn modelId="{379FD531-7F6A-4A4B-A8FC-1BA1D74FBE0F}" type="presParOf" srcId="{54825E52-C3CC-4358-8377-96E391991BF7}" destId="{CF69DCB3-BE44-48A6-8533-21682186E101}" srcOrd="1" destOrd="0" presId="urn:microsoft.com/office/officeart/2005/8/layout/list1"/>
    <dgm:cxn modelId="{54FE29B8-A6CD-4587-A32A-AE1DC3F3DCF6}" type="presParOf" srcId="{7E0548AF-95EB-4330-A6E0-4D673CFEC63E}" destId="{2DC96B92-9CB9-4E9C-89A8-AC890C1659DB}" srcOrd="9" destOrd="0" presId="urn:microsoft.com/office/officeart/2005/8/layout/list1"/>
    <dgm:cxn modelId="{BD38F32B-8C73-425C-941A-4261F89975A1}" type="presParOf" srcId="{7E0548AF-95EB-4330-A6E0-4D673CFEC63E}" destId="{9AE9EB8F-FDC2-4158-AA50-4CAB15CDB5AA}" srcOrd="10" destOrd="0" presId="urn:microsoft.com/office/officeart/2005/8/layout/list1"/>
    <dgm:cxn modelId="{B049EC89-CF14-4767-AD89-8AAB271BA6B7}" type="presParOf" srcId="{7E0548AF-95EB-4330-A6E0-4D673CFEC63E}" destId="{5E9F5226-CCF7-4EF6-9C6F-FC5B0955FF55}" srcOrd="11" destOrd="0" presId="urn:microsoft.com/office/officeart/2005/8/layout/list1"/>
    <dgm:cxn modelId="{9CB5B6F8-AE96-4A8B-91F4-C6C00230A363}" type="presParOf" srcId="{7E0548AF-95EB-4330-A6E0-4D673CFEC63E}" destId="{CF79ED47-1FB2-4735-BACE-8106B30FC582}" srcOrd="12" destOrd="0" presId="urn:microsoft.com/office/officeart/2005/8/layout/list1"/>
    <dgm:cxn modelId="{6632D578-10FA-452D-9831-9318211D832E}" type="presParOf" srcId="{CF79ED47-1FB2-4735-BACE-8106B30FC582}" destId="{21472A8D-9D1F-4D0E-9197-70E730C8EE3A}" srcOrd="0" destOrd="0" presId="urn:microsoft.com/office/officeart/2005/8/layout/list1"/>
    <dgm:cxn modelId="{D97522E8-214D-4F9C-91E3-C4AE438CF2E3}" type="presParOf" srcId="{CF79ED47-1FB2-4735-BACE-8106B30FC582}" destId="{9C19F1D3-848B-45CB-B1FF-CA6E4EA12DE9}" srcOrd="1" destOrd="0" presId="urn:microsoft.com/office/officeart/2005/8/layout/list1"/>
    <dgm:cxn modelId="{1690918C-6DA4-4242-A048-8D4F816F16BC}" type="presParOf" srcId="{7E0548AF-95EB-4330-A6E0-4D673CFEC63E}" destId="{7A61331E-17DA-49B6-8B92-09FB5AA91084}" srcOrd="13" destOrd="0" presId="urn:microsoft.com/office/officeart/2005/8/layout/list1"/>
    <dgm:cxn modelId="{E84A63E8-9BD3-451A-A1D5-9A199FC8CF8A}" type="presParOf" srcId="{7E0548AF-95EB-4330-A6E0-4D673CFEC63E}" destId="{5B359513-E397-46A3-BAC2-3DCFE0239FB4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8E00A88-63E2-48D6-BF04-E6F78B488274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E5551E3-9A3C-408E-8CFA-56BFFA8CC7A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MySQL </a:t>
          </a:r>
          <a:r>
            <a:rPr lang="en-US" b="0" dirty="0"/>
            <a:t>is basically the database and SQL analysis layer, while Excel, Power BI, and Tableau are visualization tools.</a:t>
          </a:r>
        </a:p>
      </dgm:t>
    </dgm:pt>
    <dgm:pt modelId="{2FE6EAF2-DB4C-434F-9F10-8509A6164BC4}" type="parTrans" cxnId="{B4C9CC8D-2425-4EF2-AF65-7ECC8746BDF8}">
      <dgm:prSet/>
      <dgm:spPr/>
      <dgm:t>
        <a:bodyPr/>
        <a:lstStyle/>
        <a:p>
          <a:endParaRPr lang="en-US"/>
        </a:p>
      </dgm:t>
    </dgm:pt>
    <dgm:pt modelId="{496B5301-9751-4B2B-B8E9-61FCC3E829AC}" type="sibTrans" cxnId="{B4C9CC8D-2425-4EF2-AF65-7ECC8746BDF8}">
      <dgm:prSet/>
      <dgm:spPr/>
      <dgm:t>
        <a:bodyPr/>
        <a:lstStyle/>
        <a:p>
          <a:endParaRPr lang="en-US"/>
        </a:p>
      </dgm:t>
    </dgm:pt>
    <dgm:pt modelId="{F148EF47-3733-4042-BC11-1E6BC7FE04F4}">
      <dgm:prSet custT="1"/>
      <dgm:spPr/>
      <dgm:t>
        <a:bodyPr/>
        <a:lstStyle/>
        <a:p>
          <a:pPr>
            <a:lnSpc>
              <a:spcPct val="100000"/>
            </a:lnSpc>
          </a:pPr>
          <a:endParaRPr lang="en-US" sz="1200" dirty="0"/>
        </a:p>
      </dgm:t>
    </dgm:pt>
    <dgm:pt modelId="{8ABE7EF4-9689-433C-AA88-790976487946}" type="parTrans" cxnId="{4D8DE8EC-8F45-450D-8693-34E11A40EBB6}">
      <dgm:prSet/>
      <dgm:spPr/>
      <dgm:t>
        <a:bodyPr/>
        <a:lstStyle/>
        <a:p>
          <a:endParaRPr lang="en-US"/>
        </a:p>
      </dgm:t>
    </dgm:pt>
    <dgm:pt modelId="{3B6311D2-2B1F-46DC-B96D-75832CB4BABA}" type="sibTrans" cxnId="{4D8DE8EC-8F45-450D-8693-34E11A40EBB6}">
      <dgm:prSet/>
      <dgm:spPr/>
      <dgm:t>
        <a:bodyPr/>
        <a:lstStyle/>
        <a:p>
          <a:endParaRPr lang="en-US"/>
        </a:p>
      </dgm:t>
    </dgm:pt>
    <dgm:pt modelId="{B7FBD1D1-6B89-46C6-8D27-85E66F517CC8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 dirty="0"/>
        </a:p>
      </dgm:t>
    </dgm:pt>
    <dgm:pt modelId="{377E80B0-16C9-461B-AADB-6B89BD5E7ECC}" type="sibTrans" cxnId="{734D955E-B892-4D01-8BBD-367359E4169C}">
      <dgm:prSet/>
      <dgm:spPr/>
      <dgm:t>
        <a:bodyPr/>
        <a:lstStyle/>
        <a:p>
          <a:endParaRPr lang="en-US"/>
        </a:p>
      </dgm:t>
    </dgm:pt>
    <dgm:pt modelId="{7A620A0C-4992-45C0-A8F8-6D69A36883D1}" type="parTrans" cxnId="{734D955E-B892-4D01-8BBD-367359E4169C}">
      <dgm:prSet/>
      <dgm:spPr/>
      <dgm:t>
        <a:bodyPr/>
        <a:lstStyle/>
        <a:p>
          <a:endParaRPr lang="en-US"/>
        </a:p>
      </dgm:t>
    </dgm:pt>
    <dgm:pt modelId="{B249FB30-8D9C-404F-939D-97EAD150B5BA}" type="pres">
      <dgm:prSet presAssocID="{C8E00A88-63E2-48D6-BF04-E6F78B488274}" presName="root" presStyleCnt="0">
        <dgm:presLayoutVars>
          <dgm:dir/>
          <dgm:resizeHandles val="exact"/>
        </dgm:presLayoutVars>
      </dgm:prSet>
      <dgm:spPr/>
    </dgm:pt>
    <dgm:pt modelId="{651BC746-2D9D-45CE-90B1-615E07EC9C28}" type="pres">
      <dgm:prSet presAssocID="{FE5551E3-9A3C-408E-8CFA-56BFFA8CC7A0}" presName="compNode" presStyleCnt="0"/>
      <dgm:spPr/>
    </dgm:pt>
    <dgm:pt modelId="{414A9C57-A08A-4640-885D-71DD6A89C977}" type="pres">
      <dgm:prSet presAssocID="{FE5551E3-9A3C-408E-8CFA-56BFFA8CC7A0}" presName="iconRect" presStyleLbl="node1" presStyleIdx="0" presStyleCnt="2" custLinFactNeighborY="-749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397E443-C54E-40E8-9F5C-348B94FE4C15}" type="pres">
      <dgm:prSet presAssocID="{FE5551E3-9A3C-408E-8CFA-56BFFA8CC7A0}" presName="iconSpace" presStyleCnt="0"/>
      <dgm:spPr/>
    </dgm:pt>
    <dgm:pt modelId="{2557CB9C-BD43-423E-99B7-9B1A753A9284}" type="pres">
      <dgm:prSet presAssocID="{FE5551E3-9A3C-408E-8CFA-56BFFA8CC7A0}" presName="parTx" presStyleLbl="revTx" presStyleIdx="0" presStyleCnt="4">
        <dgm:presLayoutVars>
          <dgm:chMax val="0"/>
          <dgm:chPref val="0"/>
        </dgm:presLayoutVars>
      </dgm:prSet>
      <dgm:spPr/>
    </dgm:pt>
    <dgm:pt modelId="{412E9F7A-CF41-42F1-9896-5DF84C05887D}" type="pres">
      <dgm:prSet presAssocID="{FE5551E3-9A3C-408E-8CFA-56BFFA8CC7A0}" presName="txSpace" presStyleCnt="0"/>
      <dgm:spPr/>
    </dgm:pt>
    <dgm:pt modelId="{DD08976E-9286-4D41-A3AD-6C8FD122CD59}" type="pres">
      <dgm:prSet presAssocID="{FE5551E3-9A3C-408E-8CFA-56BFFA8CC7A0}" presName="desTx" presStyleLbl="revTx" presStyleIdx="1" presStyleCnt="4">
        <dgm:presLayoutVars/>
      </dgm:prSet>
      <dgm:spPr/>
    </dgm:pt>
    <dgm:pt modelId="{F17688FC-5EBA-4809-9F19-AAB9F19AF452}" type="pres">
      <dgm:prSet presAssocID="{496B5301-9751-4B2B-B8E9-61FCC3E829AC}" presName="sibTrans" presStyleCnt="0"/>
      <dgm:spPr/>
    </dgm:pt>
    <dgm:pt modelId="{FF627FF7-40B9-408F-B76D-E849BEFD8186}" type="pres">
      <dgm:prSet presAssocID="{B7FBD1D1-6B89-46C6-8D27-85E66F517CC8}" presName="compNode" presStyleCnt="0"/>
      <dgm:spPr/>
    </dgm:pt>
    <dgm:pt modelId="{86FB2441-51FD-4F04-B3AD-2C6BF1451FCA}" type="pres">
      <dgm:prSet presAssocID="{B7FBD1D1-6B89-46C6-8D27-85E66F517CC8}" presName="iconRect" presStyleLbl="node1" presStyleIdx="1" presStyleCnt="2" custScaleX="78118" custScaleY="58577" custLinFactX="-100000" custLinFactNeighborX="-139125" custLinFactNeighborY="24581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</dgm:pt>
    <dgm:pt modelId="{EB17D793-AD33-462F-B2BB-E2E09A29E6DC}" type="pres">
      <dgm:prSet presAssocID="{B7FBD1D1-6B89-46C6-8D27-85E66F517CC8}" presName="iconSpace" presStyleCnt="0"/>
      <dgm:spPr/>
    </dgm:pt>
    <dgm:pt modelId="{10833FE2-7F97-485D-94D7-D1D0131B9F52}" type="pres">
      <dgm:prSet presAssocID="{B7FBD1D1-6B89-46C6-8D27-85E66F517CC8}" presName="parTx" presStyleLbl="revTx" presStyleIdx="2" presStyleCnt="4" custLinFactNeighborX="-2451" custLinFactNeighborY="-72472">
        <dgm:presLayoutVars>
          <dgm:chMax val="0"/>
          <dgm:chPref val="0"/>
        </dgm:presLayoutVars>
      </dgm:prSet>
      <dgm:spPr/>
    </dgm:pt>
    <dgm:pt modelId="{A58FF815-8091-46FC-B5A9-F3A49CC95CE9}" type="pres">
      <dgm:prSet presAssocID="{B7FBD1D1-6B89-46C6-8D27-85E66F517CC8}" presName="txSpace" presStyleCnt="0"/>
      <dgm:spPr/>
    </dgm:pt>
    <dgm:pt modelId="{B819A74D-38FB-4604-A4B0-34D938491ACD}" type="pres">
      <dgm:prSet presAssocID="{B7FBD1D1-6B89-46C6-8D27-85E66F517CC8}" presName="desTx" presStyleLbl="revTx" presStyleIdx="3" presStyleCnt="4" custLinFactNeighborX="-2451" custLinFactNeighborY="-44476">
        <dgm:presLayoutVars/>
      </dgm:prSet>
      <dgm:spPr/>
    </dgm:pt>
  </dgm:ptLst>
  <dgm:cxnLst>
    <dgm:cxn modelId="{2DC5DC35-72AA-4FCD-BF3E-DD64F406BD94}" type="presOf" srcId="{B7FBD1D1-6B89-46C6-8D27-85E66F517CC8}" destId="{10833FE2-7F97-485D-94D7-D1D0131B9F52}" srcOrd="0" destOrd="0" presId="urn:microsoft.com/office/officeart/2018/2/layout/IconLabelDescriptionList"/>
    <dgm:cxn modelId="{734D955E-B892-4D01-8BBD-367359E4169C}" srcId="{C8E00A88-63E2-48D6-BF04-E6F78B488274}" destId="{B7FBD1D1-6B89-46C6-8D27-85E66F517CC8}" srcOrd="1" destOrd="0" parTransId="{7A620A0C-4992-45C0-A8F8-6D69A36883D1}" sibTransId="{377E80B0-16C9-461B-AADB-6B89BD5E7ECC}"/>
    <dgm:cxn modelId="{B4C9CC8D-2425-4EF2-AF65-7ECC8746BDF8}" srcId="{C8E00A88-63E2-48D6-BF04-E6F78B488274}" destId="{FE5551E3-9A3C-408E-8CFA-56BFFA8CC7A0}" srcOrd="0" destOrd="0" parTransId="{2FE6EAF2-DB4C-434F-9F10-8509A6164BC4}" sibTransId="{496B5301-9751-4B2B-B8E9-61FCC3E829AC}"/>
    <dgm:cxn modelId="{344782B8-F99D-41E1-8BF1-8B89A723D0C1}" type="presOf" srcId="{C8E00A88-63E2-48D6-BF04-E6F78B488274}" destId="{B249FB30-8D9C-404F-939D-97EAD150B5BA}" srcOrd="0" destOrd="0" presId="urn:microsoft.com/office/officeart/2018/2/layout/IconLabelDescriptionList"/>
    <dgm:cxn modelId="{08AC26C7-A477-4D69-9F25-E30D0AAE4434}" type="presOf" srcId="{F148EF47-3733-4042-BC11-1E6BC7FE04F4}" destId="{B819A74D-38FB-4604-A4B0-34D938491ACD}" srcOrd="0" destOrd="0" presId="urn:microsoft.com/office/officeart/2018/2/layout/IconLabelDescriptionList"/>
    <dgm:cxn modelId="{4D8DE8EC-8F45-450D-8693-34E11A40EBB6}" srcId="{B7FBD1D1-6B89-46C6-8D27-85E66F517CC8}" destId="{F148EF47-3733-4042-BC11-1E6BC7FE04F4}" srcOrd="0" destOrd="0" parTransId="{8ABE7EF4-9689-433C-AA88-790976487946}" sibTransId="{3B6311D2-2B1F-46DC-B96D-75832CB4BABA}"/>
    <dgm:cxn modelId="{C22673FA-4CBD-490A-8E8E-BE3DC3F2CB15}" type="presOf" srcId="{FE5551E3-9A3C-408E-8CFA-56BFFA8CC7A0}" destId="{2557CB9C-BD43-423E-99B7-9B1A753A9284}" srcOrd="0" destOrd="0" presId="urn:microsoft.com/office/officeart/2018/2/layout/IconLabelDescriptionList"/>
    <dgm:cxn modelId="{D94F1A3C-CFDA-4913-A1F5-131BDC697FCC}" type="presParOf" srcId="{B249FB30-8D9C-404F-939D-97EAD150B5BA}" destId="{651BC746-2D9D-45CE-90B1-615E07EC9C28}" srcOrd="0" destOrd="0" presId="urn:microsoft.com/office/officeart/2018/2/layout/IconLabelDescriptionList"/>
    <dgm:cxn modelId="{8CC6F908-BCE7-44F6-A26B-12BB09CF3BB5}" type="presParOf" srcId="{651BC746-2D9D-45CE-90B1-615E07EC9C28}" destId="{414A9C57-A08A-4640-885D-71DD6A89C977}" srcOrd="0" destOrd="0" presId="urn:microsoft.com/office/officeart/2018/2/layout/IconLabelDescriptionList"/>
    <dgm:cxn modelId="{D94CFE11-BD00-49AE-818C-1DDD9CB5E920}" type="presParOf" srcId="{651BC746-2D9D-45CE-90B1-615E07EC9C28}" destId="{1397E443-C54E-40E8-9F5C-348B94FE4C15}" srcOrd="1" destOrd="0" presId="urn:microsoft.com/office/officeart/2018/2/layout/IconLabelDescriptionList"/>
    <dgm:cxn modelId="{A99F51B8-64CA-4520-AB5D-8ADD611D36E5}" type="presParOf" srcId="{651BC746-2D9D-45CE-90B1-615E07EC9C28}" destId="{2557CB9C-BD43-423E-99B7-9B1A753A9284}" srcOrd="2" destOrd="0" presId="urn:microsoft.com/office/officeart/2018/2/layout/IconLabelDescriptionList"/>
    <dgm:cxn modelId="{6A8A84BA-FE48-4663-A623-876DBC2F4AFC}" type="presParOf" srcId="{651BC746-2D9D-45CE-90B1-615E07EC9C28}" destId="{412E9F7A-CF41-42F1-9896-5DF84C05887D}" srcOrd="3" destOrd="0" presId="urn:microsoft.com/office/officeart/2018/2/layout/IconLabelDescriptionList"/>
    <dgm:cxn modelId="{88A9FA22-A186-43CA-9E43-C77834ECB70D}" type="presParOf" srcId="{651BC746-2D9D-45CE-90B1-615E07EC9C28}" destId="{DD08976E-9286-4D41-A3AD-6C8FD122CD59}" srcOrd="4" destOrd="0" presId="urn:microsoft.com/office/officeart/2018/2/layout/IconLabelDescriptionList"/>
    <dgm:cxn modelId="{4127369C-B43A-4C1B-A388-1D35AD40A4EC}" type="presParOf" srcId="{B249FB30-8D9C-404F-939D-97EAD150B5BA}" destId="{F17688FC-5EBA-4809-9F19-AAB9F19AF452}" srcOrd="1" destOrd="0" presId="urn:microsoft.com/office/officeart/2018/2/layout/IconLabelDescriptionList"/>
    <dgm:cxn modelId="{0F845060-7512-484D-A28B-7F68A550DE8F}" type="presParOf" srcId="{B249FB30-8D9C-404F-939D-97EAD150B5BA}" destId="{FF627FF7-40B9-408F-B76D-E849BEFD8186}" srcOrd="2" destOrd="0" presId="urn:microsoft.com/office/officeart/2018/2/layout/IconLabelDescriptionList"/>
    <dgm:cxn modelId="{61A5A2F2-7870-4156-BC94-4006B9AFF9BA}" type="presParOf" srcId="{FF627FF7-40B9-408F-B76D-E849BEFD8186}" destId="{86FB2441-51FD-4F04-B3AD-2C6BF1451FCA}" srcOrd="0" destOrd="0" presId="urn:microsoft.com/office/officeart/2018/2/layout/IconLabelDescriptionList"/>
    <dgm:cxn modelId="{561FA3D9-E497-4C43-A51D-AF059ECAF03F}" type="presParOf" srcId="{FF627FF7-40B9-408F-B76D-E849BEFD8186}" destId="{EB17D793-AD33-462F-B2BB-E2E09A29E6DC}" srcOrd="1" destOrd="0" presId="urn:microsoft.com/office/officeart/2018/2/layout/IconLabelDescriptionList"/>
    <dgm:cxn modelId="{48CB80EE-83A4-44C9-AED7-02E3E5406BB6}" type="presParOf" srcId="{FF627FF7-40B9-408F-B76D-E849BEFD8186}" destId="{10833FE2-7F97-485D-94D7-D1D0131B9F52}" srcOrd="2" destOrd="0" presId="urn:microsoft.com/office/officeart/2018/2/layout/IconLabelDescriptionList"/>
    <dgm:cxn modelId="{172E9E6D-9B53-4327-9C27-E5462E38DB91}" type="presParOf" srcId="{FF627FF7-40B9-408F-B76D-E849BEFD8186}" destId="{A58FF815-8091-46FC-B5A9-F3A49CC95CE9}" srcOrd="3" destOrd="0" presId="urn:microsoft.com/office/officeart/2018/2/layout/IconLabelDescriptionList"/>
    <dgm:cxn modelId="{26AE7BF3-C778-4D83-9F27-4272698622F8}" type="presParOf" srcId="{FF627FF7-40B9-408F-B76D-E849BEFD8186}" destId="{B819A74D-38FB-4604-A4B0-34D938491ACD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3E59D8B-3088-4D8C-A699-7CD77FF2DCCD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D661942-0C6C-4CBA-93F8-C3979EB6CC2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 b="1"/>
            <a:t>Power BI is particularly strong in:</a:t>
          </a:r>
          <a:endParaRPr lang="en-US"/>
        </a:p>
      </dgm:t>
    </dgm:pt>
    <dgm:pt modelId="{C512CAA8-A4E5-47BD-A705-361D5A41B9B3}" type="parTrans" cxnId="{318C87A9-8876-42E9-BD1D-39287DB9E362}">
      <dgm:prSet/>
      <dgm:spPr/>
      <dgm:t>
        <a:bodyPr/>
        <a:lstStyle/>
        <a:p>
          <a:endParaRPr lang="en-US"/>
        </a:p>
      </dgm:t>
    </dgm:pt>
    <dgm:pt modelId="{501D0DD4-43B5-498F-99BA-5453B52992B0}" type="sibTrans" cxnId="{318C87A9-8876-42E9-BD1D-39287DB9E362}">
      <dgm:prSet/>
      <dgm:spPr/>
      <dgm:t>
        <a:bodyPr/>
        <a:lstStyle/>
        <a:p>
          <a:endParaRPr lang="en-US"/>
        </a:p>
      </dgm:t>
    </dgm:pt>
    <dgm:pt modelId="{1B74AE14-F98B-4AE9-BB5F-5BDD39556E9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1400" dirty="0"/>
            <a:t>Data transformation </a:t>
          </a:r>
          <a:endParaRPr lang="en-US" sz="1400" dirty="0"/>
        </a:p>
      </dgm:t>
    </dgm:pt>
    <dgm:pt modelId="{E5F8B182-E0A3-415D-82EB-DE8DFA6738CF}" type="parTrans" cxnId="{4CD0F24A-5361-49EC-AB5C-2523AACFBCD9}">
      <dgm:prSet/>
      <dgm:spPr/>
      <dgm:t>
        <a:bodyPr/>
        <a:lstStyle/>
        <a:p>
          <a:endParaRPr lang="en-US"/>
        </a:p>
      </dgm:t>
    </dgm:pt>
    <dgm:pt modelId="{5D850F25-70EB-4CC8-9F85-D59B33C3192A}" type="sibTrans" cxnId="{4CD0F24A-5361-49EC-AB5C-2523AACFBCD9}">
      <dgm:prSet/>
      <dgm:spPr/>
      <dgm:t>
        <a:bodyPr/>
        <a:lstStyle/>
        <a:p>
          <a:endParaRPr lang="en-US"/>
        </a:p>
      </dgm:t>
    </dgm:pt>
    <dgm:pt modelId="{2BA42C0B-E04C-4543-9EAE-90722F24F76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1400" dirty="0"/>
            <a:t>Data </a:t>
          </a:r>
          <a:r>
            <a:rPr lang="en-IN" sz="1400" dirty="0" err="1"/>
            <a:t>modeling</a:t>
          </a:r>
          <a:r>
            <a:rPr lang="en-IN" sz="1400" dirty="0"/>
            <a:t> </a:t>
          </a:r>
          <a:endParaRPr lang="en-US" sz="1400" dirty="0"/>
        </a:p>
      </dgm:t>
    </dgm:pt>
    <dgm:pt modelId="{76012A89-3DF6-416A-B920-8D6DD8B82E0F}" type="parTrans" cxnId="{A36947AB-685A-459C-8ACD-E274350FF7D9}">
      <dgm:prSet/>
      <dgm:spPr/>
      <dgm:t>
        <a:bodyPr/>
        <a:lstStyle/>
        <a:p>
          <a:endParaRPr lang="en-US"/>
        </a:p>
      </dgm:t>
    </dgm:pt>
    <dgm:pt modelId="{675F5F95-0B9A-40B8-877A-5A65C4B2E57B}" type="sibTrans" cxnId="{A36947AB-685A-459C-8ACD-E274350FF7D9}">
      <dgm:prSet/>
      <dgm:spPr/>
      <dgm:t>
        <a:bodyPr/>
        <a:lstStyle/>
        <a:p>
          <a:endParaRPr lang="en-US"/>
        </a:p>
      </dgm:t>
    </dgm:pt>
    <dgm:pt modelId="{26AEC5D8-21C4-43F6-8678-B6EBF7BB388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1400" dirty="0"/>
            <a:t>Relationships </a:t>
          </a:r>
          <a:endParaRPr lang="en-US" sz="1400" dirty="0"/>
        </a:p>
      </dgm:t>
    </dgm:pt>
    <dgm:pt modelId="{CAC01823-F6DF-4FAA-8EEC-C9C8B898BE6A}" type="parTrans" cxnId="{45611B30-4D5C-4771-97D7-29A4418BE178}">
      <dgm:prSet/>
      <dgm:spPr/>
      <dgm:t>
        <a:bodyPr/>
        <a:lstStyle/>
        <a:p>
          <a:endParaRPr lang="en-US"/>
        </a:p>
      </dgm:t>
    </dgm:pt>
    <dgm:pt modelId="{C21AF95D-1CB8-48D7-AB36-0B6E6DD081FA}" type="sibTrans" cxnId="{45611B30-4D5C-4771-97D7-29A4418BE178}">
      <dgm:prSet/>
      <dgm:spPr/>
      <dgm:t>
        <a:bodyPr/>
        <a:lstStyle/>
        <a:p>
          <a:endParaRPr lang="en-US"/>
        </a:p>
      </dgm:t>
    </dgm:pt>
    <dgm:pt modelId="{EA740BFF-3227-4A90-8A86-31360D6F084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1400" dirty="0"/>
            <a:t>DAX </a:t>
          </a:r>
          <a:endParaRPr lang="en-US" sz="1400" dirty="0"/>
        </a:p>
      </dgm:t>
    </dgm:pt>
    <dgm:pt modelId="{CE60AA0D-3D74-464C-AD99-27230C502ED0}" type="parTrans" cxnId="{AB63A351-A311-4814-80ED-1D5C172E4D71}">
      <dgm:prSet/>
      <dgm:spPr/>
      <dgm:t>
        <a:bodyPr/>
        <a:lstStyle/>
        <a:p>
          <a:endParaRPr lang="en-US"/>
        </a:p>
      </dgm:t>
    </dgm:pt>
    <dgm:pt modelId="{94014FE9-047B-4132-96CF-3C2EDBE4B6E3}" type="sibTrans" cxnId="{AB63A351-A311-4814-80ED-1D5C172E4D71}">
      <dgm:prSet/>
      <dgm:spPr/>
      <dgm:t>
        <a:bodyPr/>
        <a:lstStyle/>
        <a:p>
          <a:endParaRPr lang="en-US"/>
        </a:p>
      </dgm:t>
    </dgm:pt>
    <dgm:pt modelId="{6C0396F7-1B38-4635-AFAE-B0770A1FC5A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1400" dirty="0"/>
            <a:t>KPI calculations </a:t>
          </a:r>
          <a:endParaRPr lang="en-US" sz="1400" dirty="0"/>
        </a:p>
      </dgm:t>
    </dgm:pt>
    <dgm:pt modelId="{F84A14F1-3E21-4629-BA8E-B4830D087A61}" type="parTrans" cxnId="{ADAF9D22-3C5E-4405-A250-45A8C4F6D802}">
      <dgm:prSet/>
      <dgm:spPr/>
      <dgm:t>
        <a:bodyPr/>
        <a:lstStyle/>
        <a:p>
          <a:endParaRPr lang="en-US"/>
        </a:p>
      </dgm:t>
    </dgm:pt>
    <dgm:pt modelId="{A1EF4462-C32B-4A68-A271-9B76EC5F93F8}" type="sibTrans" cxnId="{ADAF9D22-3C5E-4405-A250-45A8C4F6D802}">
      <dgm:prSet/>
      <dgm:spPr/>
      <dgm:t>
        <a:bodyPr/>
        <a:lstStyle/>
        <a:p>
          <a:endParaRPr lang="en-US"/>
        </a:p>
      </dgm:t>
    </dgm:pt>
    <dgm:pt modelId="{76D7F745-699C-41BA-AC33-C347BCF8EDF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1400" dirty="0"/>
            <a:t>Interactive dashboards </a:t>
          </a:r>
          <a:endParaRPr lang="en-US" sz="1400" dirty="0"/>
        </a:p>
      </dgm:t>
    </dgm:pt>
    <dgm:pt modelId="{60ABBBBA-CE77-48F2-9142-753E44ADBDE8}" type="parTrans" cxnId="{775AC4D3-8CB8-4189-9BA4-D359A0C70F83}">
      <dgm:prSet/>
      <dgm:spPr/>
      <dgm:t>
        <a:bodyPr/>
        <a:lstStyle/>
        <a:p>
          <a:endParaRPr lang="en-US"/>
        </a:p>
      </dgm:t>
    </dgm:pt>
    <dgm:pt modelId="{4B59F2D1-A2A5-4AEA-833D-B744B74EC077}" type="sibTrans" cxnId="{775AC4D3-8CB8-4189-9BA4-D359A0C70F83}">
      <dgm:prSet/>
      <dgm:spPr/>
      <dgm:t>
        <a:bodyPr/>
        <a:lstStyle/>
        <a:p>
          <a:endParaRPr lang="en-US"/>
        </a:p>
      </dgm:t>
    </dgm:pt>
    <dgm:pt modelId="{55368BE5-E397-44D4-8CA6-CC99D28E2A8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1400" dirty="0"/>
            <a:t>Drill-through </a:t>
          </a:r>
          <a:endParaRPr lang="en-US" sz="1400" dirty="0"/>
        </a:p>
      </dgm:t>
    </dgm:pt>
    <dgm:pt modelId="{997E2293-B9F7-4D2B-8C07-69058242EDCC}" type="parTrans" cxnId="{61844021-2648-4395-8737-5064DB9705A0}">
      <dgm:prSet/>
      <dgm:spPr/>
      <dgm:t>
        <a:bodyPr/>
        <a:lstStyle/>
        <a:p>
          <a:endParaRPr lang="en-US"/>
        </a:p>
      </dgm:t>
    </dgm:pt>
    <dgm:pt modelId="{82BEFE30-3F7A-400D-8558-6110E38D02A6}" type="sibTrans" cxnId="{61844021-2648-4395-8737-5064DB9705A0}">
      <dgm:prSet/>
      <dgm:spPr/>
      <dgm:t>
        <a:bodyPr/>
        <a:lstStyle/>
        <a:p>
          <a:endParaRPr lang="en-US"/>
        </a:p>
      </dgm:t>
    </dgm:pt>
    <dgm:pt modelId="{8A2E6540-663B-40B1-AA1C-992853AB16B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1400" dirty="0"/>
            <a:t>Scheduled refresh </a:t>
          </a:r>
          <a:endParaRPr lang="en-US" sz="1400" dirty="0"/>
        </a:p>
      </dgm:t>
    </dgm:pt>
    <dgm:pt modelId="{5CDD4D01-B462-4BB9-827B-AF5F58686ADE}" type="parTrans" cxnId="{B4D75646-0A0C-478C-8F4D-9E70691E70FB}">
      <dgm:prSet/>
      <dgm:spPr/>
      <dgm:t>
        <a:bodyPr/>
        <a:lstStyle/>
        <a:p>
          <a:endParaRPr lang="en-US"/>
        </a:p>
      </dgm:t>
    </dgm:pt>
    <dgm:pt modelId="{1C70490F-FCE2-4AD1-A375-94EE7F60BE67}" type="sibTrans" cxnId="{B4D75646-0A0C-478C-8F4D-9E70691E70FB}">
      <dgm:prSet/>
      <dgm:spPr/>
      <dgm:t>
        <a:bodyPr/>
        <a:lstStyle/>
        <a:p>
          <a:endParaRPr lang="en-US"/>
        </a:p>
      </dgm:t>
    </dgm:pt>
    <dgm:pt modelId="{21A43B59-1DF5-4F46-A602-A6EC17BBD95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1400" dirty="0"/>
            <a:t>Microsoft ecosystem </a:t>
          </a:r>
          <a:endParaRPr lang="en-US" sz="1400" dirty="0"/>
        </a:p>
      </dgm:t>
    </dgm:pt>
    <dgm:pt modelId="{6D600F8C-20A8-46EC-ABB5-DF677C28A816}" type="parTrans" cxnId="{8FB54AD3-581E-418A-94A0-076E95A9F2E3}">
      <dgm:prSet/>
      <dgm:spPr/>
      <dgm:t>
        <a:bodyPr/>
        <a:lstStyle/>
        <a:p>
          <a:endParaRPr lang="en-US"/>
        </a:p>
      </dgm:t>
    </dgm:pt>
    <dgm:pt modelId="{7C57CDB9-C48E-48DD-A402-D33991818280}" type="sibTrans" cxnId="{8FB54AD3-581E-418A-94A0-076E95A9F2E3}">
      <dgm:prSet/>
      <dgm:spPr/>
      <dgm:t>
        <a:bodyPr/>
        <a:lstStyle/>
        <a:p>
          <a:endParaRPr lang="en-US"/>
        </a:p>
      </dgm:t>
    </dgm:pt>
    <dgm:pt modelId="{994480B5-5113-4978-801B-1B85363EC12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1400" dirty="0"/>
            <a:t>Enterprise reporting</a:t>
          </a:r>
          <a:endParaRPr lang="en-US" sz="1400" dirty="0"/>
        </a:p>
      </dgm:t>
    </dgm:pt>
    <dgm:pt modelId="{CEBDC555-7EA5-4FAD-8D82-447DB7E881DE}" type="parTrans" cxnId="{90E2C657-51A9-4BDB-9C39-060DD3BA6780}">
      <dgm:prSet/>
      <dgm:spPr/>
      <dgm:t>
        <a:bodyPr/>
        <a:lstStyle/>
        <a:p>
          <a:endParaRPr lang="en-US"/>
        </a:p>
      </dgm:t>
    </dgm:pt>
    <dgm:pt modelId="{3D8A6244-3F41-4FB6-83B6-2926977D4535}" type="sibTrans" cxnId="{90E2C657-51A9-4BDB-9C39-060DD3BA6780}">
      <dgm:prSet/>
      <dgm:spPr/>
      <dgm:t>
        <a:bodyPr/>
        <a:lstStyle/>
        <a:p>
          <a:endParaRPr lang="en-US"/>
        </a:p>
      </dgm:t>
    </dgm:pt>
    <dgm:pt modelId="{A286F516-DA15-4B4A-B71B-70280C24E8E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Advantage</a:t>
          </a:r>
          <a:endParaRPr lang="en-US"/>
        </a:p>
      </dgm:t>
    </dgm:pt>
    <dgm:pt modelId="{7A8D02D7-FDF2-4E10-8EDC-07938D3DA96D}" type="parTrans" cxnId="{B4328433-DCEC-45AF-B78A-0E1BCED2005C}">
      <dgm:prSet/>
      <dgm:spPr/>
      <dgm:t>
        <a:bodyPr/>
        <a:lstStyle/>
        <a:p>
          <a:endParaRPr lang="en-US"/>
        </a:p>
      </dgm:t>
    </dgm:pt>
    <dgm:pt modelId="{17991181-6231-454D-A01F-85F806301BB7}" type="sibTrans" cxnId="{B4328433-DCEC-45AF-B78A-0E1BCED2005C}">
      <dgm:prSet/>
      <dgm:spPr/>
      <dgm:t>
        <a:bodyPr/>
        <a:lstStyle/>
        <a:p>
          <a:endParaRPr lang="en-US"/>
        </a:p>
      </dgm:t>
    </dgm:pt>
    <dgm:pt modelId="{EB336F8B-406E-4195-878A-268B0A92357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Best all-round BI tool of the three.</a:t>
          </a:r>
        </a:p>
      </dgm:t>
    </dgm:pt>
    <dgm:pt modelId="{B817D0BE-F486-455A-9C95-912BCFF7CF24}" type="parTrans" cxnId="{9092034B-8B0A-4835-9530-5869A06E24C3}">
      <dgm:prSet/>
      <dgm:spPr/>
      <dgm:t>
        <a:bodyPr/>
        <a:lstStyle/>
        <a:p>
          <a:endParaRPr lang="en-US"/>
        </a:p>
      </dgm:t>
    </dgm:pt>
    <dgm:pt modelId="{AF84254C-D411-4775-AFE3-9E91DF2D09C9}" type="sibTrans" cxnId="{9092034B-8B0A-4835-9530-5869A06E24C3}">
      <dgm:prSet/>
      <dgm:spPr/>
      <dgm:t>
        <a:bodyPr/>
        <a:lstStyle/>
        <a:p>
          <a:endParaRPr lang="en-US"/>
        </a:p>
      </dgm:t>
    </dgm:pt>
    <dgm:pt modelId="{18D62813-DD74-43E4-BA67-3D9A32642FE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dirty="0"/>
            <a:t>Disadvantage</a:t>
          </a:r>
          <a:endParaRPr lang="en-US" dirty="0"/>
        </a:p>
      </dgm:t>
    </dgm:pt>
    <dgm:pt modelId="{7C9D4554-3B39-47E8-97D0-52E8D9A96ED7}" type="parTrans" cxnId="{00A4F846-8CD4-4131-A69D-ED0F881B794B}">
      <dgm:prSet/>
      <dgm:spPr/>
      <dgm:t>
        <a:bodyPr/>
        <a:lstStyle/>
        <a:p>
          <a:endParaRPr lang="en-US"/>
        </a:p>
      </dgm:t>
    </dgm:pt>
    <dgm:pt modelId="{915128BC-7442-4E1F-AC54-2E3A52908DF3}" type="sibTrans" cxnId="{00A4F846-8CD4-4131-A69D-ED0F881B794B}">
      <dgm:prSet/>
      <dgm:spPr/>
      <dgm:t>
        <a:bodyPr/>
        <a:lstStyle/>
        <a:p>
          <a:endParaRPr lang="en-US"/>
        </a:p>
      </dgm:t>
    </dgm:pt>
    <dgm:pt modelId="{0C59D4F5-521A-42A3-A7EC-F1C37DE15D6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DAX and data modeling require more learning</a:t>
          </a:r>
          <a:r>
            <a:rPr lang="en-US" sz="1200" dirty="0"/>
            <a:t>.</a:t>
          </a:r>
        </a:p>
      </dgm:t>
    </dgm:pt>
    <dgm:pt modelId="{DADEEFE2-6AE3-415D-8965-3EE2AAFE5EB5}" type="parTrans" cxnId="{DB4EEA96-AF57-4B76-96C6-B67EC003551F}">
      <dgm:prSet/>
      <dgm:spPr/>
      <dgm:t>
        <a:bodyPr/>
        <a:lstStyle/>
        <a:p>
          <a:endParaRPr lang="en-US"/>
        </a:p>
      </dgm:t>
    </dgm:pt>
    <dgm:pt modelId="{AB976B31-632F-497D-8D1D-CBF0E1535D54}" type="sibTrans" cxnId="{DB4EEA96-AF57-4B76-96C6-B67EC003551F}">
      <dgm:prSet/>
      <dgm:spPr/>
      <dgm:t>
        <a:bodyPr/>
        <a:lstStyle/>
        <a:p>
          <a:endParaRPr lang="en-US"/>
        </a:p>
      </dgm:t>
    </dgm:pt>
    <dgm:pt modelId="{146F7D2D-7945-492F-A133-3E5CE46ED9F5}" type="pres">
      <dgm:prSet presAssocID="{E3E59D8B-3088-4D8C-A699-7CD77FF2DCCD}" presName="root" presStyleCnt="0">
        <dgm:presLayoutVars>
          <dgm:dir/>
          <dgm:resizeHandles val="exact"/>
        </dgm:presLayoutVars>
      </dgm:prSet>
      <dgm:spPr/>
    </dgm:pt>
    <dgm:pt modelId="{6BA1EE26-551F-4136-8CEE-83B6EE8C2E34}" type="pres">
      <dgm:prSet presAssocID="{2D661942-0C6C-4CBA-93F8-C3979EB6CC2A}" presName="compNode" presStyleCnt="0"/>
      <dgm:spPr/>
    </dgm:pt>
    <dgm:pt modelId="{C0E2FE36-EEFF-4386-9DD4-3AEB3B3C2EF2}" type="pres">
      <dgm:prSet presAssocID="{2D661942-0C6C-4CBA-93F8-C3979EB6CC2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FF5CB92-62DD-4D30-947B-FFBE62CA815D}" type="pres">
      <dgm:prSet presAssocID="{2D661942-0C6C-4CBA-93F8-C3979EB6CC2A}" presName="iconSpace" presStyleCnt="0"/>
      <dgm:spPr/>
    </dgm:pt>
    <dgm:pt modelId="{C6C9DFDE-BE44-4839-99DB-68B338A25B89}" type="pres">
      <dgm:prSet presAssocID="{2D661942-0C6C-4CBA-93F8-C3979EB6CC2A}" presName="parTx" presStyleLbl="revTx" presStyleIdx="0" presStyleCnt="6">
        <dgm:presLayoutVars>
          <dgm:chMax val="0"/>
          <dgm:chPref val="0"/>
        </dgm:presLayoutVars>
      </dgm:prSet>
      <dgm:spPr/>
    </dgm:pt>
    <dgm:pt modelId="{E8F75D58-8F58-41AE-B6D9-E1912C72AFEC}" type="pres">
      <dgm:prSet presAssocID="{2D661942-0C6C-4CBA-93F8-C3979EB6CC2A}" presName="txSpace" presStyleCnt="0"/>
      <dgm:spPr/>
    </dgm:pt>
    <dgm:pt modelId="{326FBD89-5D1B-41BC-9B2F-3A7AD50E9A48}" type="pres">
      <dgm:prSet presAssocID="{2D661942-0C6C-4CBA-93F8-C3979EB6CC2A}" presName="desTx" presStyleLbl="revTx" presStyleIdx="1" presStyleCnt="6" custLinFactNeighborX="-339" custLinFactNeighborY="-4889">
        <dgm:presLayoutVars/>
      </dgm:prSet>
      <dgm:spPr/>
    </dgm:pt>
    <dgm:pt modelId="{3724E6F2-9FFE-4235-BB30-BF424FEAD40E}" type="pres">
      <dgm:prSet presAssocID="{501D0DD4-43B5-498F-99BA-5453B52992B0}" presName="sibTrans" presStyleCnt="0"/>
      <dgm:spPr/>
    </dgm:pt>
    <dgm:pt modelId="{9E139D19-0F1E-40AE-AC04-8BD023ADF52E}" type="pres">
      <dgm:prSet presAssocID="{A286F516-DA15-4B4A-B71B-70280C24E8E6}" presName="compNode" presStyleCnt="0"/>
      <dgm:spPr/>
    </dgm:pt>
    <dgm:pt modelId="{847FE90F-A239-4F92-A0ED-C243E079D124}" type="pres">
      <dgm:prSet presAssocID="{A286F516-DA15-4B4A-B71B-70280C24E8E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DBBB65F3-BF1B-4EF7-A0CF-A59D19840B8A}" type="pres">
      <dgm:prSet presAssocID="{A286F516-DA15-4B4A-B71B-70280C24E8E6}" presName="iconSpace" presStyleCnt="0"/>
      <dgm:spPr/>
    </dgm:pt>
    <dgm:pt modelId="{7A73DE7D-A8AE-4F7D-9656-F967D8A99FAD}" type="pres">
      <dgm:prSet presAssocID="{A286F516-DA15-4B4A-B71B-70280C24E8E6}" presName="parTx" presStyleLbl="revTx" presStyleIdx="2" presStyleCnt="6">
        <dgm:presLayoutVars>
          <dgm:chMax val="0"/>
          <dgm:chPref val="0"/>
        </dgm:presLayoutVars>
      </dgm:prSet>
      <dgm:spPr/>
    </dgm:pt>
    <dgm:pt modelId="{00044C32-D9B6-49BC-B8EE-D7B6E11A09A9}" type="pres">
      <dgm:prSet presAssocID="{A286F516-DA15-4B4A-B71B-70280C24E8E6}" presName="txSpace" presStyleCnt="0"/>
      <dgm:spPr/>
    </dgm:pt>
    <dgm:pt modelId="{6F3F3110-3CDA-4C8D-B518-F884054A2C16}" type="pres">
      <dgm:prSet presAssocID="{A286F516-DA15-4B4A-B71B-70280C24E8E6}" presName="desTx" presStyleLbl="revTx" presStyleIdx="3" presStyleCnt="6" custLinFactNeighborX="-3052" custLinFactNeighborY="-4889">
        <dgm:presLayoutVars/>
      </dgm:prSet>
      <dgm:spPr/>
    </dgm:pt>
    <dgm:pt modelId="{E25D2E0E-DC6C-4350-A2F7-FF8360046521}" type="pres">
      <dgm:prSet presAssocID="{17991181-6231-454D-A01F-85F806301BB7}" presName="sibTrans" presStyleCnt="0"/>
      <dgm:spPr/>
    </dgm:pt>
    <dgm:pt modelId="{2884C42E-85C0-48C2-920A-EF7CDC91E577}" type="pres">
      <dgm:prSet presAssocID="{18D62813-DD74-43E4-BA67-3D9A32642FEF}" presName="compNode" presStyleCnt="0"/>
      <dgm:spPr/>
    </dgm:pt>
    <dgm:pt modelId="{401BFB6F-EE92-46AD-874E-7FC2030F0A9F}" type="pres">
      <dgm:prSet presAssocID="{18D62813-DD74-43E4-BA67-3D9A32642FE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0AD01237-2387-4C85-A7D7-930EB55607C8}" type="pres">
      <dgm:prSet presAssocID="{18D62813-DD74-43E4-BA67-3D9A32642FEF}" presName="iconSpace" presStyleCnt="0"/>
      <dgm:spPr/>
    </dgm:pt>
    <dgm:pt modelId="{BB212A33-DB0C-4DA7-AE77-37DACDADA436}" type="pres">
      <dgm:prSet presAssocID="{18D62813-DD74-43E4-BA67-3D9A32642FEF}" presName="parTx" presStyleLbl="revTx" presStyleIdx="4" presStyleCnt="6" custScaleY="61142" custLinFactNeighborX="-162" custLinFactNeighborY="-27127">
        <dgm:presLayoutVars>
          <dgm:chMax val="0"/>
          <dgm:chPref val="0"/>
        </dgm:presLayoutVars>
      </dgm:prSet>
      <dgm:spPr/>
    </dgm:pt>
    <dgm:pt modelId="{08FDCBB8-471C-4529-82F6-83CDCA725432}" type="pres">
      <dgm:prSet presAssocID="{18D62813-DD74-43E4-BA67-3D9A32642FEF}" presName="txSpace" presStyleCnt="0"/>
      <dgm:spPr/>
    </dgm:pt>
    <dgm:pt modelId="{BC2B357C-D9CF-46B9-B504-82FFAF98346A}" type="pres">
      <dgm:prSet presAssocID="{18D62813-DD74-43E4-BA67-3D9A32642FEF}" presName="desTx" presStyleLbl="revTx" presStyleIdx="5" presStyleCnt="6" custLinFactNeighborX="-501" custLinFactNeighborY="-4889">
        <dgm:presLayoutVars/>
      </dgm:prSet>
      <dgm:spPr/>
    </dgm:pt>
  </dgm:ptLst>
  <dgm:cxnLst>
    <dgm:cxn modelId="{CED4AE11-A3B4-4CBF-9363-4E29B0D36304}" type="presOf" srcId="{55368BE5-E397-44D4-8CA6-CC99D28E2A8A}" destId="{326FBD89-5D1B-41BC-9B2F-3A7AD50E9A48}" srcOrd="0" destOrd="6" presId="urn:microsoft.com/office/officeart/2018/2/layout/IconLabelDescriptionList"/>
    <dgm:cxn modelId="{A597A313-9FD7-4FEC-A13F-30A9CBCD0FC0}" type="presOf" srcId="{76D7F745-699C-41BA-AC33-C347BCF8EDFE}" destId="{326FBD89-5D1B-41BC-9B2F-3A7AD50E9A48}" srcOrd="0" destOrd="5" presId="urn:microsoft.com/office/officeart/2018/2/layout/IconLabelDescriptionList"/>
    <dgm:cxn modelId="{85D03B19-44D2-410F-B632-E15F5902BBB8}" type="presOf" srcId="{26AEC5D8-21C4-43F6-8678-B6EBF7BB388E}" destId="{326FBD89-5D1B-41BC-9B2F-3A7AD50E9A48}" srcOrd="0" destOrd="2" presId="urn:microsoft.com/office/officeart/2018/2/layout/IconLabelDescriptionList"/>
    <dgm:cxn modelId="{61844021-2648-4395-8737-5064DB9705A0}" srcId="{2D661942-0C6C-4CBA-93F8-C3979EB6CC2A}" destId="{55368BE5-E397-44D4-8CA6-CC99D28E2A8A}" srcOrd="6" destOrd="0" parTransId="{997E2293-B9F7-4D2B-8C07-69058242EDCC}" sibTransId="{82BEFE30-3F7A-400D-8558-6110E38D02A6}"/>
    <dgm:cxn modelId="{20D55C22-2FA9-4F44-BC18-F644B673EFC8}" type="presOf" srcId="{EA740BFF-3227-4A90-8A86-31360D6F084D}" destId="{326FBD89-5D1B-41BC-9B2F-3A7AD50E9A48}" srcOrd="0" destOrd="3" presId="urn:microsoft.com/office/officeart/2018/2/layout/IconLabelDescriptionList"/>
    <dgm:cxn modelId="{ADAF9D22-3C5E-4405-A250-45A8C4F6D802}" srcId="{2D661942-0C6C-4CBA-93F8-C3979EB6CC2A}" destId="{6C0396F7-1B38-4635-AFAE-B0770A1FC5A9}" srcOrd="4" destOrd="0" parTransId="{F84A14F1-3E21-4629-BA8E-B4830D087A61}" sibTransId="{A1EF4462-C32B-4A68-A271-9B76EC5F93F8}"/>
    <dgm:cxn modelId="{3616B822-9A4D-4353-A075-BC5FB9D0CBAC}" type="presOf" srcId="{1B74AE14-F98B-4AE9-BB5F-5BDD39556E97}" destId="{326FBD89-5D1B-41BC-9B2F-3A7AD50E9A48}" srcOrd="0" destOrd="0" presId="urn:microsoft.com/office/officeart/2018/2/layout/IconLabelDescriptionList"/>
    <dgm:cxn modelId="{585D3C25-36F7-466A-85F5-8D1837494830}" type="presOf" srcId="{6C0396F7-1B38-4635-AFAE-B0770A1FC5A9}" destId="{326FBD89-5D1B-41BC-9B2F-3A7AD50E9A48}" srcOrd="0" destOrd="4" presId="urn:microsoft.com/office/officeart/2018/2/layout/IconLabelDescriptionList"/>
    <dgm:cxn modelId="{45611B30-4D5C-4771-97D7-29A4418BE178}" srcId="{2D661942-0C6C-4CBA-93F8-C3979EB6CC2A}" destId="{26AEC5D8-21C4-43F6-8678-B6EBF7BB388E}" srcOrd="2" destOrd="0" parTransId="{CAC01823-F6DF-4FAA-8EEC-C9C8B898BE6A}" sibTransId="{C21AF95D-1CB8-48D7-AB36-0B6E6DD081FA}"/>
    <dgm:cxn modelId="{B4328433-DCEC-45AF-B78A-0E1BCED2005C}" srcId="{E3E59D8B-3088-4D8C-A699-7CD77FF2DCCD}" destId="{A286F516-DA15-4B4A-B71B-70280C24E8E6}" srcOrd="1" destOrd="0" parTransId="{7A8D02D7-FDF2-4E10-8EDC-07938D3DA96D}" sibTransId="{17991181-6231-454D-A01F-85F806301BB7}"/>
    <dgm:cxn modelId="{BC7E3434-A5AA-47C5-B5B2-C11A116077BF}" type="presOf" srcId="{8A2E6540-663B-40B1-AA1C-992853AB16BD}" destId="{326FBD89-5D1B-41BC-9B2F-3A7AD50E9A48}" srcOrd="0" destOrd="7" presId="urn:microsoft.com/office/officeart/2018/2/layout/IconLabelDescriptionList"/>
    <dgm:cxn modelId="{B4D75646-0A0C-478C-8F4D-9E70691E70FB}" srcId="{2D661942-0C6C-4CBA-93F8-C3979EB6CC2A}" destId="{8A2E6540-663B-40B1-AA1C-992853AB16BD}" srcOrd="7" destOrd="0" parTransId="{5CDD4D01-B462-4BB9-827B-AF5F58686ADE}" sibTransId="{1C70490F-FCE2-4AD1-A375-94EE7F60BE67}"/>
    <dgm:cxn modelId="{00A4F846-8CD4-4131-A69D-ED0F881B794B}" srcId="{E3E59D8B-3088-4D8C-A699-7CD77FF2DCCD}" destId="{18D62813-DD74-43E4-BA67-3D9A32642FEF}" srcOrd="2" destOrd="0" parTransId="{7C9D4554-3B39-47E8-97D0-52E8D9A96ED7}" sibTransId="{915128BC-7442-4E1F-AC54-2E3A52908DF3}"/>
    <dgm:cxn modelId="{4CD0F24A-5361-49EC-AB5C-2523AACFBCD9}" srcId="{2D661942-0C6C-4CBA-93F8-C3979EB6CC2A}" destId="{1B74AE14-F98B-4AE9-BB5F-5BDD39556E97}" srcOrd="0" destOrd="0" parTransId="{E5F8B182-E0A3-415D-82EB-DE8DFA6738CF}" sibTransId="{5D850F25-70EB-4CC8-9F85-D59B33C3192A}"/>
    <dgm:cxn modelId="{9092034B-8B0A-4835-9530-5869A06E24C3}" srcId="{A286F516-DA15-4B4A-B71B-70280C24E8E6}" destId="{EB336F8B-406E-4195-878A-268B0A92357E}" srcOrd="0" destOrd="0" parTransId="{B817D0BE-F486-455A-9C95-912BCFF7CF24}" sibTransId="{AF84254C-D411-4775-AFE3-9E91DF2D09C9}"/>
    <dgm:cxn modelId="{AB63A351-A311-4814-80ED-1D5C172E4D71}" srcId="{2D661942-0C6C-4CBA-93F8-C3979EB6CC2A}" destId="{EA740BFF-3227-4A90-8A86-31360D6F084D}" srcOrd="3" destOrd="0" parTransId="{CE60AA0D-3D74-464C-AD99-27230C502ED0}" sibTransId="{94014FE9-047B-4132-96CF-3C2EDBE4B6E3}"/>
    <dgm:cxn modelId="{BA980575-2484-4023-BAA2-216436825EBF}" type="presOf" srcId="{2BA42C0B-E04C-4543-9EAE-90722F24F76E}" destId="{326FBD89-5D1B-41BC-9B2F-3A7AD50E9A48}" srcOrd="0" destOrd="1" presId="urn:microsoft.com/office/officeart/2018/2/layout/IconLabelDescriptionList"/>
    <dgm:cxn modelId="{90E2C657-51A9-4BDB-9C39-060DD3BA6780}" srcId="{2D661942-0C6C-4CBA-93F8-C3979EB6CC2A}" destId="{994480B5-5113-4978-801B-1B85363EC12A}" srcOrd="9" destOrd="0" parTransId="{CEBDC555-7EA5-4FAD-8D82-447DB7E881DE}" sibTransId="{3D8A6244-3F41-4FB6-83B6-2926977D4535}"/>
    <dgm:cxn modelId="{24546287-770D-4872-84AC-61D3B4C5BCB3}" type="presOf" srcId="{A286F516-DA15-4B4A-B71B-70280C24E8E6}" destId="{7A73DE7D-A8AE-4F7D-9656-F967D8A99FAD}" srcOrd="0" destOrd="0" presId="urn:microsoft.com/office/officeart/2018/2/layout/IconLabelDescriptionList"/>
    <dgm:cxn modelId="{475C2D93-B366-43E0-A387-E25377E5EB17}" type="presOf" srcId="{2D661942-0C6C-4CBA-93F8-C3979EB6CC2A}" destId="{C6C9DFDE-BE44-4839-99DB-68B338A25B89}" srcOrd="0" destOrd="0" presId="urn:microsoft.com/office/officeart/2018/2/layout/IconLabelDescriptionList"/>
    <dgm:cxn modelId="{DB4EEA96-AF57-4B76-96C6-B67EC003551F}" srcId="{18D62813-DD74-43E4-BA67-3D9A32642FEF}" destId="{0C59D4F5-521A-42A3-A7EC-F1C37DE15D6A}" srcOrd="0" destOrd="0" parTransId="{DADEEFE2-6AE3-415D-8965-3EE2AAFE5EB5}" sibTransId="{AB976B31-632F-497D-8D1D-CBF0E1535D54}"/>
    <dgm:cxn modelId="{AE5EA6A0-1198-4624-825D-CE8F9BBCFC2B}" type="presOf" srcId="{0C59D4F5-521A-42A3-A7EC-F1C37DE15D6A}" destId="{BC2B357C-D9CF-46B9-B504-82FFAF98346A}" srcOrd="0" destOrd="0" presId="urn:microsoft.com/office/officeart/2018/2/layout/IconLabelDescriptionList"/>
    <dgm:cxn modelId="{318C87A9-8876-42E9-BD1D-39287DB9E362}" srcId="{E3E59D8B-3088-4D8C-A699-7CD77FF2DCCD}" destId="{2D661942-0C6C-4CBA-93F8-C3979EB6CC2A}" srcOrd="0" destOrd="0" parTransId="{C512CAA8-A4E5-47BD-A705-361D5A41B9B3}" sibTransId="{501D0DD4-43B5-498F-99BA-5453B52992B0}"/>
    <dgm:cxn modelId="{A36947AB-685A-459C-8ACD-E274350FF7D9}" srcId="{2D661942-0C6C-4CBA-93F8-C3979EB6CC2A}" destId="{2BA42C0B-E04C-4543-9EAE-90722F24F76E}" srcOrd="1" destOrd="0" parTransId="{76012A89-3DF6-416A-B920-8D6DD8B82E0F}" sibTransId="{675F5F95-0B9A-40B8-877A-5A65C4B2E57B}"/>
    <dgm:cxn modelId="{B43965B1-2329-471C-AADF-CE318CBD81C0}" type="presOf" srcId="{994480B5-5113-4978-801B-1B85363EC12A}" destId="{326FBD89-5D1B-41BC-9B2F-3A7AD50E9A48}" srcOrd="0" destOrd="9" presId="urn:microsoft.com/office/officeart/2018/2/layout/IconLabelDescriptionList"/>
    <dgm:cxn modelId="{A9048DC7-B095-404F-AEEC-92399564BACD}" type="presOf" srcId="{EB336F8B-406E-4195-878A-268B0A92357E}" destId="{6F3F3110-3CDA-4C8D-B518-F884054A2C16}" srcOrd="0" destOrd="0" presId="urn:microsoft.com/office/officeart/2018/2/layout/IconLabelDescriptionList"/>
    <dgm:cxn modelId="{8FB54AD3-581E-418A-94A0-076E95A9F2E3}" srcId="{2D661942-0C6C-4CBA-93F8-C3979EB6CC2A}" destId="{21A43B59-1DF5-4F46-A602-A6EC17BBD95A}" srcOrd="8" destOrd="0" parTransId="{6D600F8C-20A8-46EC-ABB5-DF677C28A816}" sibTransId="{7C57CDB9-C48E-48DD-A402-D33991818280}"/>
    <dgm:cxn modelId="{775AC4D3-8CB8-4189-9BA4-D359A0C70F83}" srcId="{2D661942-0C6C-4CBA-93F8-C3979EB6CC2A}" destId="{76D7F745-699C-41BA-AC33-C347BCF8EDFE}" srcOrd="5" destOrd="0" parTransId="{60ABBBBA-CE77-48F2-9142-753E44ADBDE8}" sibTransId="{4B59F2D1-A2A5-4AEA-833D-B744B74EC077}"/>
    <dgm:cxn modelId="{B570EFD7-8292-4CC0-B4EF-910807E0274A}" type="presOf" srcId="{21A43B59-1DF5-4F46-A602-A6EC17BBD95A}" destId="{326FBD89-5D1B-41BC-9B2F-3A7AD50E9A48}" srcOrd="0" destOrd="8" presId="urn:microsoft.com/office/officeart/2018/2/layout/IconLabelDescriptionList"/>
    <dgm:cxn modelId="{F5C93CDA-0DBB-4C5A-9F74-99C119EC64DA}" type="presOf" srcId="{E3E59D8B-3088-4D8C-A699-7CD77FF2DCCD}" destId="{146F7D2D-7945-492F-A133-3E5CE46ED9F5}" srcOrd="0" destOrd="0" presId="urn:microsoft.com/office/officeart/2018/2/layout/IconLabelDescriptionList"/>
    <dgm:cxn modelId="{56955BF0-1730-4359-9FA7-22A6E3CE1179}" type="presOf" srcId="{18D62813-DD74-43E4-BA67-3D9A32642FEF}" destId="{BB212A33-DB0C-4DA7-AE77-37DACDADA436}" srcOrd="0" destOrd="0" presId="urn:microsoft.com/office/officeart/2018/2/layout/IconLabelDescriptionList"/>
    <dgm:cxn modelId="{E2655C71-4E32-4E81-8827-1DFA436C8D9B}" type="presParOf" srcId="{146F7D2D-7945-492F-A133-3E5CE46ED9F5}" destId="{6BA1EE26-551F-4136-8CEE-83B6EE8C2E34}" srcOrd="0" destOrd="0" presId="urn:microsoft.com/office/officeart/2018/2/layout/IconLabelDescriptionList"/>
    <dgm:cxn modelId="{6F61E31F-1C28-4773-AAA1-66BB699F5D66}" type="presParOf" srcId="{6BA1EE26-551F-4136-8CEE-83B6EE8C2E34}" destId="{C0E2FE36-EEFF-4386-9DD4-3AEB3B3C2EF2}" srcOrd="0" destOrd="0" presId="urn:microsoft.com/office/officeart/2018/2/layout/IconLabelDescriptionList"/>
    <dgm:cxn modelId="{E8D7FA16-4FEA-436D-ABF3-2E392BCCCA1F}" type="presParOf" srcId="{6BA1EE26-551F-4136-8CEE-83B6EE8C2E34}" destId="{9FF5CB92-62DD-4D30-947B-FFBE62CA815D}" srcOrd="1" destOrd="0" presId="urn:microsoft.com/office/officeart/2018/2/layout/IconLabelDescriptionList"/>
    <dgm:cxn modelId="{2FCF82D8-D805-425A-8026-FC3BC358E488}" type="presParOf" srcId="{6BA1EE26-551F-4136-8CEE-83B6EE8C2E34}" destId="{C6C9DFDE-BE44-4839-99DB-68B338A25B89}" srcOrd="2" destOrd="0" presId="urn:microsoft.com/office/officeart/2018/2/layout/IconLabelDescriptionList"/>
    <dgm:cxn modelId="{DCED29B7-0492-4C88-BBAE-5DCDA419B37E}" type="presParOf" srcId="{6BA1EE26-551F-4136-8CEE-83B6EE8C2E34}" destId="{E8F75D58-8F58-41AE-B6D9-E1912C72AFEC}" srcOrd="3" destOrd="0" presId="urn:microsoft.com/office/officeart/2018/2/layout/IconLabelDescriptionList"/>
    <dgm:cxn modelId="{BB3E4E54-C30E-40C6-B911-A2229AC4F49F}" type="presParOf" srcId="{6BA1EE26-551F-4136-8CEE-83B6EE8C2E34}" destId="{326FBD89-5D1B-41BC-9B2F-3A7AD50E9A48}" srcOrd="4" destOrd="0" presId="urn:microsoft.com/office/officeart/2018/2/layout/IconLabelDescriptionList"/>
    <dgm:cxn modelId="{AA97D0BA-CCCA-4D10-8746-4A7493134150}" type="presParOf" srcId="{146F7D2D-7945-492F-A133-3E5CE46ED9F5}" destId="{3724E6F2-9FFE-4235-BB30-BF424FEAD40E}" srcOrd="1" destOrd="0" presId="urn:microsoft.com/office/officeart/2018/2/layout/IconLabelDescriptionList"/>
    <dgm:cxn modelId="{1650E48B-03F8-4705-927B-0D586B1866F6}" type="presParOf" srcId="{146F7D2D-7945-492F-A133-3E5CE46ED9F5}" destId="{9E139D19-0F1E-40AE-AC04-8BD023ADF52E}" srcOrd="2" destOrd="0" presId="urn:microsoft.com/office/officeart/2018/2/layout/IconLabelDescriptionList"/>
    <dgm:cxn modelId="{E4B156C9-4AF8-4B52-B621-DD5792C033CC}" type="presParOf" srcId="{9E139D19-0F1E-40AE-AC04-8BD023ADF52E}" destId="{847FE90F-A239-4F92-A0ED-C243E079D124}" srcOrd="0" destOrd="0" presId="urn:microsoft.com/office/officeart/2018/2/layout/IconLabelDescriptionList"/>
    <dgm:cxn modelId="{8686474C-2544-4D89-BACB-452C6E11F235}" type="presParOf" srcId="{9E139D19-0F1E-40AE-AC04-8BD023ADF52E}" destId="{DBBB65F3-BF1B-4EF7-A0CF-A59D19840B8A}" srcOrd="1" destOrd="0" presId="urn:microsoft.com/office/officeart/2018/2/layout/IconLabelDescriptionList"/>
    <dgm:cxn modelId="{450D39E1-AEBF-4627-841C-C447795D600A}" type="presParOf" srcId="{9E139D19-0F1E-40AE-AC04-8BD023ADF52E}" destId="{7A73DE7D-A8AE-4F7D-9656-F967D8A99FAD}" srcOrd="2" destOrd="0" presId="urn:microsoft.com/office/officeart/2018/2/layout/IconLabelDescriptionList"/>
    <dgm:cxn modelId="{20DE6325-07F6-480B-8B53-24B0BD8D38C4}" type="presParOf" srcId="{9E139D19-0F1E-40AE-AC04-8BD023ADF52E}" destId="{00044C32-D9B6-49BC-B8EE-D7B6E11A09A9}" srcOrd="3" destOrd="0" presId="urn:microsoft.com/office/officeart/2018/2/layout/IconLabelDescriptionList"/>
    <dgm:cxn modelId="{FB54F5AE-1BB1-4080-BF4A-F875F84883ED}" type="presParOf" srcId="{9E139D19-0F1E-40AE-AC04-8BD023ADF52E}" destId="{6F3F3110-3CDA-4C8D-B518-F884054A2C16}" srcOrd="4" destOrd="0" presId="urn:microsoft.com/office/officeart/2018/2/layout/IconLabelDescriptionList"/>
    <dgm:cxn modelId="{50063A67-3059-4D2F-8828-0D994BD0F225}" type="presParOf" srcId="{146F7D2D-7945-492F-A133-3E5CE46ED9F5}" destId="{E25D2E0E-DC6C-4350-A2F7-FF8360046521}" srcOrd="3" destOrd="0" presId="urn:microsoft.com/office/officeart/2018/2/layout/IconLabelDescriptionList"/>
    <dgm:cxn modelId="{F77B50EC-6120-4092-8555-7F7D89171CA0}" type="presParOf" srcId="{146F7D2D-7945-492F-A133-3E5CE46ED9F5}" destId="{2884C42E-85C0-48C2-920A-EF7CDC91E577}" srcOrd="4" destOrd="0" presId="urn:microsoft.com/office/officeart/2018/2/layout/IconLabelDescriptionList"/>
    <dgm:cxn modelId="{81150E0B-72ED-412C-BEA4-F37C7F661228}" type="presParOf" srcId="{2884C42E-85C0-48C2-920A-EF7CDC91E577}" destId="{401BFB6F-EE92-46AD-874E-7FC2030F0A9F}" srcOrd="0" destOrd="0" presId="urn:microsoft.com/office/officeart/2018/2/layout/IconLabelDescriptionList"/>
    <dgm:cxn modelId="{963602B4-30C0-46ED-8199-D4BCEC33C81A}" type="presParOf" srcId="{2884C42E-85C0-48C2-920A-EF7CDC91E577}" destId="{0AD01237-2387-4C85-A7D7-930EB55607C8}" srcOrd="1" destOrd="0" presId="urn:microsoft.com/office/officeart/2018/2/layout/IconLabelDescriptionList"/>
    <dgm:cxn modelId="{672E8AAE-D07F-428B-9377-7CAE6EB0EB08}" type="presParOf" srcId="{2884C42E-85C0-48C2-920A-EF7CDC91E577}" destId="{BB212A33-DB0C-4DA7-AE77-37DACDADA436}" srcOrd="2" destOrd="0" presId="urn:microsoft.com/office/officeart/2018/2/layout/IconLabelDescriptionList"/>
    <dgm:cxn modelId="{77B5BA53-CFB6-4C1C-9632-CC57AC79001F}" type="presParOf" srcId="{2884C42E-85C0-48C2-920A-EF7CDC91E577}" destId="{08FDCBB8-471C-4529-82F6-83CDCA725432}" srcOrd="3" destOrd="0" presId="urn:microsoft.com/office/officeart/2018/2/layout/IconLabelDescriptionList"/>
    <dgm:cxn modelId="{AA566B5A-74DE-4F2B-8734-DAED35AF46F2}" type="presParOf" srcId="{2884C42E-85C0-48C2-920A-EF7CDC91E577}" destId="{BC2B357C-D9CF-46B9-B504-82FFAF98346A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5E9D06F-FF51-4DA2-B382-EA2CAEC5313F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4F36D89-6712-4155-B982-F891432EE6F0}">
      <dgm:prSet/>
      <dgm:spPr/>
      <dgm:t>
        <a:bodyPr/>
        <a:lstStyle/>
        <a:p>
          <a:pPr>
            <a:defRPr b="1"/>
          </a:pPr>
          <a:r>
            <a:rPr lang="en-US"/>
            <a:t>Tableau is particularly strong in:</a:t>
          </a:r>
        </a:p>
      </dgm:t>
    </dgm:pt>
    <dgm:pt modelId="{8DFA9DC4-00AD-42DB-B266-E8356EDB3404}" type="parTrans" cxnId="{E6E68958-1377-4C76-9029-85B30A003054}">
      <dgm:prSet/>
      <dgm:spPr/>
      <dgm:t>
        <a:bodyPr/>
        <a:lstStyle/>
        <a:p>
          <a:endParaRPr lang="en-US"/>
        </a:p>
      </dgm:t>
    </dgm:pt>
    <dgm:pt modelId="{B0BFE4C7-0F76-4329-889B-9DFDBC4E4F0A}" type="sibTrans" cxnId="{E6E68958-1377-4C76-9029-85B30A003054}">
      <dgm:prSet/>
      <dgm:spPr/>
      <dgm:t>
        <a:bodyPr/>
        <a:lstStyle/>
        <a:p>
          <a:endParaRPr lang="en-US"/>
        </a:p>
      </dgm:t>
    </dgm:pt>
    <dgm:pt modelId="{C8C4BEC2-A1D2-4E40-8CFD-6C6A2226FCE5}">
      <dgm:prSet/>
      <dgm:spPr/>
      <dgm:t>
        <a:bodyPr/>
        <a:lstStyle/>
        <a:p>
          <a:r>
            <a:rPr lang="en-US"/>
            <a:t>Beautiful dashboards </a:t>
          </a:r>
        </a:p>
      </dgm:t>
    </dgm:pt>
    <dgm:pt modelId="{1AB3D24A-AAF7-45B8-958D-A13F5041D924}" type="parTrans" cxnId="{97FAF6D4-A8B4-43EE-9E22-5E360DB5D596}">
      <dgm:prSet/>
      <dgm:spPr/>
      <dgm:t>
        <a:bodyPr/>
        <a:lstStyle/>
        <a:p>
          <a:endParaRPr lang="en-US"/>
        </a:p>
      </dgm:t>
    </dgm:pt>
    <dgm:pt modelId="{F0A26C2B-F3FC-4F83-B61D-8B756990A17A}" type="sibTrans" cxnId="{97FAF6D4-A8B4-43EE-9E22-5E360DB5D596}">
      <dgm:prSet/>
      <dgm:spPr/>
      <dgm:t>
        <a:bodyPr/>
        <a:lstStyle/>
        <a:p>
          <a:endParaRPr lang="en-US"/>
        </a:p>
      </dgm:t>
    </dgm:pt>
    <dgm:pt modelId="{53FF0415-2965-4357-86B2-0DF5CBB7C667}">
      <dgm:prSet/>
      <dgm:spPr/>
      <dgm:t>
        <a:bodyPr/>
        <a:lstStyle/>
        <a:p>
          <a:r>
            <a:rPr lang="en-US"/>
            <a:t>Advanced visualizations </a:t>
          </a:r>
        </a:p>
      </dgm:t>
    </dgm:pt>
    <dgm:pt modelId="{CBC35F01-EF69-47B6-B8C1-43432179F782}" type="parTrans" cxnId="{DEF93BA0-B411-4973-96BB-3FA77D9FB50F}">
      <dgm:prSet/>
      <dgm:spPr/>
      <dgm:t>
        <a:bodyPr/>
        <a:lstStyle/>
        <a:p>
          <a:endParaRPr lang="en-US"/>
        </a:p>
      </dgm:t>
    </dgm:pt>
    <dgm:pt modelId="{426F6D52-B207-4EF3-8BCE-08C335CBCDDF}" type="sibTrans" cxnId="{DEF93BA0-B411-4973-96BB-3FA77D9FB50F}">
      <dgm:prSet/>
      <dgm:spPr/>
      <dgm:t>
        <a:bodyPr/>
        <a:lstStyle/>
        <a:p>
          <a:endParaRPr lang="en-US"/>
        </a:p>
      </dgm:t>
    </dgm:pt>
    <dgm:pt modelId="{AC573015-9FEC-4D73-8B75-BF899B9F304D}">
      <dgm:prSet/>
      <dgm:spPr/>
      <dgm:t>
        <a:bodyPr/>
        <a:lstStyle/>
        <a:p>
          <a:r>
            <a:rPr lang="en-US"/>
            <a:t>Interactive analysis </a:t>
          </a:r>
        </a:p>
      </dgm:t>
    </dgm:pt>
    <dgm:pt modelId="{46061686-4629-475E-B4C1-5CEA7408D690}" type="parTrans" cxnId="{0C2C4EC3-C319-41D9-B06F-7D0F0B1D73E8}">
      <dgm:prSet/>
      <dgm:spPr/>
      <dgm:t>
        <a:bodyPr/>
        <a:lstStyle/>
        <a:p>
          <a:endParaRPr lang="en-US"/>
        </a:p>
      </dgm:t>
    </dgm:pt>
    <dgm:pt modelId="{742C18F2-1460-44DD-ADE0-43701116537A}" type="sibTrans" cxnId="{0C2C4EC3-C319-41D9-B06F-7D0F0B1D73E8}">
      <dgm:prSet/>
      <dgm:spPr/>
      <dgm:t>
        <a:bodyPr/>
        <a:lstStyle/>
        <a:p>
          <a:endParaRPr lang="en-US"/>
        </a:p>
      </dgm:t>
    </dgm:pt>
    <dgm:pt modelId="{057BB0C2-8287-4932-B7A7-8097BC1F60D5}">
      <dgm:prSet/>
      <dgm:spPr/>
      <dgm:t>
        <a:bodyPr/>
        <a:lstStyle/>
        <a:p>
          <a:r>
            <a:rPr lang="en-US"/>
            <a:t>Maps </a:t>
          </a:r>
        </a:p>
      </dgm:t>
    </dgm:pt>
    <dgm:pt modelId="{31686573-98EA-40E8-AD0D-DDA283F09681}" type="parTrans" cxnId="{92D0F5B6-0E46-4636-B292-8334BBBB94B7}">
      <dgm:prSet/>
      <dgm:spPr/>
      <dgm:t>
        <a:bodyPr/>
        <a:lstStyle/>
        <a:p>
          <a:endParaRPr lang="en-US"/>
        </a:p>
      </dgm:t>
    </dgm:pt>
    <dgm:pt modelId="{884CE4E0-5C23-42C2-A815-6ED58C87056B}" type="sibTrans" cxnId="{92D0F5B6-0E46-4636-B292-8334BBBB94B7}">
      <dgm:prSet/>
      <dgm:spPr/>
      <dgm:t>
        <a:bodyPr/>
        <a:lstStyle/>
        <a:p>
          <a:endParaRPr lang="en-US"/>
        </a:p>
      </dgm:t>
    </dgm:pt>
    <dgm:pt modelId="{01314099-17D1-422F-B894-468ABE6E2FEE}">
      <dgm:prSet/>
      <dgm:spPr/>
      <dgm:t>
        <a:bodyPr/>
        <a:lstStyle/>
        <a:p>
          <a:r>
            <a:rPr lang="en-US"/>
            <a:t>Dashboard actions </a:t>
          </a:r>
        </a:p>
      </dgm:t>
    </dgm:pt>
    <dgm:pt modelId="{7FEEBCDA-A3F7-4A11-B802-C089BC736EAE}" type="parTrans" cxnId="{6FC123B1-AE1B-481E-AC1B-C152935FDE4D}">
      <dgm:prSet/>
      <dgm:spPr/>
      <dgm:t>
        <a:bodyPr/>
        <a:lstStyle/>
        <a:p>
          <a:endParaRPr lang="en-US"/>
        </a:p>
      </dgm:t>
    </dgm:pt>
    <dgm:pt modelId="{41035C19-4965-4EB1-9525-029D1B5B31E1}" type="sibTrans" cxnId="{6FC123B1-AE1B-481E-AC1B-C152935FDE4D}">
      <dgm:prSet/>
      <dgm:spPr/>
      <dgm:t>
        <a:bodyPr/>
        <a:lstStyle/>
        <a:p>
          <a:endParaRPr lang="en-US"/>
        </a:p>
      </dgm:t>
    </dgm:pt>
    <dgm:pt modelId="{59CE0167-66E5-414B-8CA9-0C42C6F48703}">
      <dgm:prSet/>
      <dgm:spPr/>
      <dgm:t>
        <a:bodyPr/>
        <a:lstStyle/>
        <a:p>
          <a:r>
            <a:rPr lang="en-US"/>
            <a:t>Visual exploration </a:t>
          </a:r>
        </a:p>
      </dgm:t>
    </dgm:pt>
    <dgm:pt modelId="{5EA4BCCB-9160-4E62-B8BB-2E977BD5A3A7}" type="parTrans" cxnId="{16B227BE-EAF9-42BF-846F-061CFDA1E028}">
      <dgm:prSet/>
      <dgm:spPr/>
      <dgm:t>
        <a:bodyPr/>
        <a:lstStyle/>
        <a:p>
          <a:endParaRPr lang="en-US"/>
        </a:p>
      </dgm:t>
    </dgm:pt>
    <dgm:pt modelId="{A282F754-7E7C-4CD7-A25C-28B5EA3033B6}" type="sibTrans" cxnId="{16B227BE-EAF9-42BF-846F-061CFDA1E028}">
      <dgm:prSet/>
      <dgm:spPr/>
      <dgm:t>
        <a:bodyPr/>
        <a:lstStyle/>
        <a:p>
          <a:endParaRPr lang="en-US"/>
        </a:p>
      </dgm:t>
    </dgm:pt>
    <dgm:pt modelId="{3C16385B-C2E6-440C-8326-58DA4519A27B}">
      <dgm:prSet/>
      <dgm:spPr/>
      <dgm:t>
        <a:bodyPr/>
        <a:lstStyle/>
        <a:p>
          <a:r>
            <a:rPr lang="en-US"/>
            <a:t>Storytelling</a:t>
          </a:r>
        </a:p>
      </dgm:t>
    </dgm:pt>
    <dgm:pt modelId="{A1DDCCFF-B4AD-4CBC-9B94-E307F1FA03B2}" type="parTrans" cxnId="{F1F091B4-3D8C-4D4C-9AA4-C739B159DE8C}">
      <dgm:prSet/>
      <dgm:spPr/>
      <dgm:t>
        <a:bodyPr/>
        <a:lstStyle/>
        <a:p>
          <a:endParaRPr lang="en-US"/>
        </a:p>
      </dgm:t>
    </dgm:pt>
    <dgm:pt modelId="{E39158E6-3628-417B-8E6F-2072070E3563}" type="sibTrans" cxnId="{F1F091B4-3D8C-4D4C-9AA4-C739B159DE8C}">
      <dgm:prSet/>
      <dgm:spPr/>
      <dgm:t>
        <a:bodyPr/>
        <a:lstStyle/>
        <a:p>
          <a:endParaRPr lang="en-US"/>
        </a:p>
      </dgm:t>
    </dgm:pt>
    <dgm:pt modelId="{1EBF228E-A159-4FEB-85D8-485855E9986F}">
      <dgm:prSet/>
      <dgm:spPr/>
      <dgm:t>
        <a:bodyPr/>
        <a:lstStyle/>
        <a:p>
          <a:pPr>
            <a:defRPr b="1"/>
          </a:pPr>
          <a:r>
            <a:rPr lang="en-US" spc="-18">
              <a:latin typeface="IBM Plex Sans" panose="00000700000000000000" pitchFamily="2" charset="0"/>
            </a:rPr>
            <a:t>Ensure a user-friendly interface with filters, drill-throughs, and tooltips.</a:t>
          </a:r>
        </a:p>
      </dgm:t>
    </dgm:pt>
    <dgm:pt modelId="{F3147E73-827A-47FC-9863-34CB124AB0D2}" type="parTrans" cxnId="{F72D04A2-988E-49FE-BD15-127377BC6572}">
      <dgm:prSet/>
      <dgm:spPr/>
      <dgm:t>
        <a:bodyPr/>
        <a:lstStyle/>
        <a:p>
          <a:endParaRPr lang="en-IN"/>
        </a:p>
      </dgm:t>
    </dgm:pt>
    <dgm:pt modelId="{25699098-7DC3-4A22-A141-D3A7AC67E494}" type="sibTrans" cxnId="{F72D04A2-988E-49FE-BD15-127377BC6572}">
      <dgm:prSet/>
      <dgm:spPr/>
      <dgm:t>
        <a:bodyPr/>
        <a:lstStyle/>
        <a:p>
          <a:endParaRPr lang="en-IN"/>
        </a:p>
      </dgm:t>
    </dgm:pt>
    <dgm:pt modelId="{FB2DD5C0-F31A-43B2-B529-54654AFA86AD}">
      <dgm:prSet/>
      <dgm:spPr/>
      <dgm:t>
        <a:bodyPr/>
        <a:lstStyle/>
        <a:p>
          <a:pPr>
            <a:defRPr b="1"/>
          </a:pPr>
          <a:r>
            <a:rPr lang="en-US" spc="-18">
              <a:latin typeface="IBM Plex Sans" panose="00000700000000000000" pitchFamily="2" charset="0"/>
            </a:rPr>
            <a:t>Incorporate advanced analytics, such as trend analysis and forecasting.</a:t>
          </a:r>
        </a:p>
      </dgm:t>
    </dgm:pt>
    <dgm:pt modelId="{E19C815B-AD89-4375-B323-E90822EA4B2F}" type="parTrans" cxnId="{D1162B5C-5635-49DB-BFC5-70192219EE41}">
      <dgm:prSet/>
      <dgm:spPr/>
      <dgm:t>
        <a:bodyPr/>
        <a:lstStyle/>
        <a:p>
          <a:endParaRPr lang="en-IN"/>
        </a:p>
      </dgm:t>
    </dgm:pt>
    <dgm:pt modelId="{F3BBB9C6-157D-4254-BBC7-0F65AC7795D4}" type="sibTrans" cxnId="{D1162B5C-5635-49DB-BFC5-70192219EE41}">
      <dgm:prSet/>
      <dgm:spPr/>
      <dgm:t>
        <a:bodyPr/>
        <a:lstStyle/>
        <a:p>
          <a:endParaRPr lang="en-IN"/>
        </a:p>
      </dgm:t>
    </dgm:pt>
    <dgm:pt modelId="{03A46A66-FAD0-4DBC-A10D-BCB5B8BDC5D0}" type="pres">
      <dgm:prSet presAssocID="{A5E9D06F-FF51-4DA2-B382-EA2CAEC5313F}" presName="linear" presStyleCnt="0">
        <dgm:presLayoutVars>
          <dgm:dir/>
          <dgm:animLvl val="lvl"/>
          <dgm:resizeHandles val="exact"/>
        </dgm:presLayoutVars>
      </dgm:prSet>
      <dgm:spPr/>
    </dgm:pt>
    <dgm:pt modelId="{A08A209E-5403-4A56-9A86-B61ED589FD81}" type="pres">
      <dgm:prSet presAssocID="{24F36D89-6712-4155-B982-F891432EE6F0}" presName="parentLin" presStyleCnt="0"/>
      <dgm:spPr/>
    </dgm:pt>
    <dgm:pt modelId="{1680A4D3-BA31-4E03-B592-E96F5C57A61D}" type="pres">
      <dgm:prSet presAssocID="{24F36D89-6712-4155-B982-F891432EE6F0}" presName="parentLeftMargin" presStyleLbl="node1" presStyleIdx="0" presStyleCnt="3"/>
      <dgm:spPr/>
    </dgm:pt>
    <dgm:pt modelId="{3170F513-B169-4300-AC76-6EC57CA78D5E}" type="pres">
      <dgm:prSet presAssocID="{24F36D89-6712-4155-B982-F891432EE6F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3A6392E-554C-4EF1-974C-C4326ABD2E71}" type="pres">
      <dgm:prSet presAssocID="{24F36D89-6712-4155-B982-F891432EE6F0}" presName="negativeSpace" presStyleCnt="0"/>
      <dgm:spPr/>
    </dgm:pt>
    <dgm:pt modelId="{FE558B23-1F8B-46B1-B4E6-048F057405EE}" type="pres">
      <dgm:prSet presAssocID="{24F36D89-6712-4155-B982-F891432EE6F0}" presName="childText" presStyleLbl="conFgAcc1" presStyleIdx="0" presStyleCnt="3">
        <dgm:presLayoutVars>
          <dgm:bulletEnabled val="1"/>
        </dgm:presLayoutVars>
      </dgm:prSet>
      <dgm:spPr/>
    </dgm:pt>
    <dgm:pt modelId="{036E148A-8C5E-405A-9996-E09EE15C41B2}" type="pres">
      <dgm:prSet presAssocID="{B0BFE4C7-0F76-4329-889B-9DFDBC4E4F0A}" presName="spaceBetweenRectangles" presStyleCnt="0"/>
      <dgm:spPr/>
    </dgm:pt>
    <dgm:pt modelId="{EB44B016-F4E2-41B3-9022-EFB6679C0EDF}" type="pres">
      <dgm:prSet presAssocID="{1EBF228E-A159-4FEB-85D8-485855E9986F}" presName="parentLin" presStyleCnt="0"/>
      <dgm:spPr/>
    </dgm:pt>
    <dgm:pt modelId="{D57260EB-61F9-4C8E-97DA-653905A4E9DA}" type="pres">
      <dgm:prSet presAssocID="{1EBF228E-A159-4FEB-85D8-485855E9986F}" presName="parentLeftMargin" presStyleLbl="node1" presStyleIdx="0" presStyleCnt="3"/>
      <dgm:spPr/>
    </dgm:pt>
    <dgm:pt modelId="{5B0ED344-DC8C-44E6-9EA9-087B3A6B9084}" type="pres">
      <dgm:prSet presAssocID="{1EBF228E-A159-4FEB-85D8-485855E9986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EA3D124-DF61-43B8-87E9-3AFD3049FD24}" type="pres">
      <dgm:prSet presAssocID="{1EBF228E-A159-4FEB-85D8-485855E9986F}" presName="negativeSpace" presStyleCnt="0"/>
      <dgm:spPr/>
    </dgm:pt>
    <dgm:pt modelId="{EE7D75A8-BE90-453C-BD65-736F05C927BB}" type="pres">
      <dgm:prSet presAssocID="{1EBF228E-A159-4FEB-85D8-485855E9986F}" presName="childText" presStyleLbl="conFgAcc1" presStyleIdx="1" presStyleCnt="3">
        <dgm:presLayoutVars>
          <dgm:bulletEnabled val="1"/>
        </dgm:presLayoutVars>
      </dgm:prSet>
      <dgm:spPr/>
    </dgm:pt>
    <dgm:pt modelId="{178E6AB5-F450-42AF-AFA0-28766CC0FB42}" type="pres">
      <dgm:prSet presAssocID="{25699098-7DC3-4A22-A141-D3A7AC67E494}" presName="spaceBetweenRectangles" presStyleCnt="0"/>
      <dgm:spPr/>
    </dgm:pt>
    <dgm:pt modelId="{328BA926-EC37-419F-B58F-11648EBEE561}" type="pres">
      <dgm:prSet presAssocID="{FB2DD5C0-F31A-43B2-B529-54654AFA86AD}" presName="parentLin" presStyleCnt="0"/>
      <dgm:spPr/>
    </dgm:pt>
    <dgm:pt modelId="{6183A92F-95D3-45A0-9FBB-6204CF20A654}" type="pres">
      <dgm:prSet presAssocID="{FB2DD5C0-F31A-43B2-B529-54654AFA86AD}" presName="parentLeftMargin" presStyleLbl="node1" presStyleIdx="1" presStyleCnt="3"/>
      <dgm:spPr/>
    </dgm:pt>
    <dgm:pt modelId="{0ABF923D-1DB3-4051-BA82-BBC6B14D450B}" type="pres">
      <dgm:prSet presAssocID="{FB2DD5C0-F31A-43B2-B529-54654AFA86AD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CCB6C6E7-05D6-421F-81AB-62683AE30EE5}" type="pres">
      <dgm:prSet presAssocID="{FB2DD5C0-F31A-43B2-B529-54654AFA86AD}" presName="negativeSpace" presStyleCnt="0"/>
      <dgm:spPr/>
    </dgm:pt>
    <dgm:pt modelId="{1E85E1E5-238D-4F3E-89F4-8B91C4507171}" type="pres">
      <dgm:prSet presAssocID="{FB2DD5C0-F31A-43B2-B529-54654AFA86AD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DF34811D-578E-4767-B33E-DCAA7BFA4E32}" type="presOf" srcId="{24F36D89-6712-4155-B982-F891432EE6F0}" destId="{1680A4D3-BA31-4E03-B592-E96F5C57A61D}" srcOrd="0" destOrd="0" presId="urn:microsoft.com/office/officeart/2005/8/layout/list1"/>
    <dgm:cxn modelId="{387DBC2A-A647-431E-8D7F-B798011F97C8}" type="presOf" srcId="{FB2DD5C0-F31A-43B2-B529-54654AFA86AD}" destId="{0ABF923D-1DB3-4051-BA82-BBC6B14D450B}" srcOrd="1" destOrd="0" presId="urn:microsoft.com/office/officeart/2005/8/layout/list1"/>
    <dgm:cxn modelId="{D1162B5C-5635-49DB-BFC5-70192219EE41}" srcId="{A5E9D06F-FF51-4DA2-B382-EA2CAEC5313F}" destId="{FB2DD5C0-F31A-43B2-B529-54654AFA86AD}" srcOrd="2" destOrd="0" parTransId="{E19C815B-AD89-4375-B323-E90822EA4B2F}" sibTransId="{F3BBB9C6-157D-4254-BBC7-0F65AC7795D4}"/>
    <dgm:cxn modelId="{53B56B5F-E223-4B67-89D8-80D283D383A0}" type="presOf" srcId="{1EBF228E-A159-4FEB-85D8-485855E9986F}" destId="{D57260EB-61F9-4C8E-97DA-653905A4E9DA}" srcOrd="0" destOrd="0" presId="urn:microsoft.com/office/officeart/2005/8/layout/list1"/>
    <dgm:cxn modelId="{15CE2867-33B7-48F1-B0F5-3AD72539B3F1}" type="presOf" srcId="{01314099-17D1-422F-B894-468ABE6E2FEE}" destId="{FE558B23-1F8B-46B1-B4E6-048F057405EE}" srcOrd="0" destOrd="4" presId="urn:microsoft.com/office/officeart/2005/8/layout/list1"/>
    <dgm:cxn modelId="{39603748-E4C5-427E-9E5A-5433F4A7B8CE}" type="presOf" srcId="{53FF0415-2965-4357-86B2-0DF5CBB7C667}" destId="{FE558B23-1F8B-46B1-B4E6-048F057405EE}" srcOrd="0" destOrd="1" presId="urn:microsoft.com/office/officeart/2005/8/layout/list1"/>
    <dgm:cxn modelId="{E6E68958-1377-4C76-9029-85B30A003054}" srcId="{A5E9D06F-FF51-4DA2-B382-EA2CAEC5313F}" destId="{24F36D89-6712-4155-B982-F891432EE6F0}" srcOrd="0" destOrd="0" parTransId="{8DFA9DC4-00AD-42DB-B266-E8356EDB3404}" sibTransId="{B0BFE4C7-0F76-4329-889B-9DFDBC4E4F0A}"/>
    <dgm:cxn modelId="{DFB5897B-4450-4CB0-AC41-491B84C8233E}" type="presOf" srcId="{3C16385B-C2E6-440C-8326-58DA4519A27B}" destId="{FE558B23-1F8B-46B1-B4E6-048F057405EE}" srcOrd="0" destOrd="6" presId="urn:microsoft.com/office/officeart/2005/8/layout/list1"/>
    <dgm:cxn modelId="{B5972781-7732-4066-B18A-89C89C545DA6}" type="presOf" srcId="{C8C4BEC2-A1D2-4E40-8CFD-6C6A2226FCE5}" destId="{FE558B23-1F8B-46B1-B4E6-048F057405EE}" srcOrd="0" destOrd="0" presId="urn:microsoft.com/office/officeart/2005/8/layout/list1"/>
    <dgm:cxn modelId="{97DD8196-BBE2-4103-BEF2-F83AA03E3F28}" type="presOf" srcId="{057BB0C2-8287-4932-B7A7-8097BC1F60D5}" destId="{FE558B23-1F8B-46B1-B4E6-048F057405EE}" srcOrd="0" destOrd="3" presId="urn:microsoft.com/office/officeart/2005/8/layout/list1"/>
    <dgm:cxn modelId="{DEF93BA0-B411-4973-96BB-3FA77D9FB50F}" srcId="{24F36D89-6712-4155-B982-F891432EE6F0}" destId="{53FF0415-2965-4357-86B2-0DF5CBB7C667}" srcOrd="1" destOrd="0" parTransId="{CBC35F01-EF69-47B6-B8C1-43432179F782}" sibTransId="{426F6D52-B207-4EF3-8BCE-08C335CBCDDF}"/>
    <dgm:cxn modelId="{F72D04A2-988E-49FE-BD15-127377BC6572}" srcId="{A5E9D06F-FF51-4DA2-B382-EA2CAEC5313F}" destId="{1EBF228E-A159-4FEB-85D8-485855E9986F}" srcOrd="1" destOrd="0" parTransId="{F3147E73-827A-47FC-9863-34CB124AB0D2}" sibTransId="{25699098-7DC3-4A22-A141-D3A7AC67E494}"/>
    <dgm:cxn modelId="{85083AA5-DC90-4735-AC3F-40FBF0D4556A}" type="presOf" srcId="{FB2DD5C0-F31A-43B2-B529-54654AFA86AD}" destId="{6183A92F-95D3-45A0-9FBB-6204CF20A654}" srcOrd="0" destOrd="0" presId="urn:microsoft.com/office/officeart/2005/8/layout/list1"/>
    <dgm:cxn modelId="{C85A13AD-832D-4E60-9621-C6CEC41BD93D}" type="presOf" srcId="{A5E9D06F-FF51-4DA2-B382-EA2CAEC5313F}" destId="{03A46A66-FAD0-4DBC-A10D-BCB5B8BDC5D0}" srcOrd="0" destOrd="0" presId="urn:microsoft.com/office/officeart/2005/8/layout/list1"/>
    <dgm:cxn modelId="{6FC123B1-AE1B-481E-AC1B-C152935FDE4D}" srcId="{24F36D89-6712-4155-B982-F891432EE6F0}" destId="{01314099-17D1-422F-B894-468ABE6E2FEE}" srcOrd="4" destOrd="0" parTransId="{7FEEBCDA-A3F7-4A11-B802-C089BC736EAE}" sibTransId="{41035C19-4965-4EB1-9525-029D1B5B31E1}"/>
    <dgm:cxn modelId="{F1F091B4-3D8C-4D4C-9AA4-C739B159DE8C}" srcId="{24F36D89-6712-4155-B982-F891432EE6F0}" destId="{3C16385B-C2E6-440C-8326-58DA4519A27B}" srcOrd="6" destOrd="0" parTransId="{A1DDCCFF-B4AD-4CBC-9B94-E307F1FA03B2}" sibTransId="{E39158E6-3628-417B-8E6F-2072070E3563}"/>
    <dgm:cxn modelId="{92D0F5B6-0E46-4636-B292-8334BBBB94B7}" srcId="{24F36D89-6712-4155-B982-F891432EE6F0}" destId="{057BB0C2-8287-4932-B7A7-8097BC1F60D5}" srcOrd="3" destOrd="0" parTransId="{31686573-98EA-40E8-AD0D-DDA283F09681}" sibTransId="{884CE4E0-5C23-42C2-A815-6ED58C87056B}"/>
    <dgm:cxn modelId="{16B227BE-EAF9-42BF-846F-061CFDA1E028}" srcId="{24F36D89-6712-4155-B982-F891432EE6F0}" destId="{59CE0167-66E5-414B-8CA9-0C42C6F48703}" srcOrd="5" destOrd="0" parTransId="{5EA4BCCB-9160-4E62-B8BB-2E977BD5A3A7}" sibTransId="{A282F754-7E7C-4CD7-A25C-28B5EA3033B6}"/>
    <dgm:cxn modelId="{82DD59BF-98D7-4924-B493-A697DF19DCC2}" type="presOf" srcId="{1EBF228E-A159-4FEB-85D8-485855E9986F}" destId="{5B0ED344-DC8C-44E6-9EA9-087B3A6B9084}" srcOrd="1" destOrd="0" presId="urn:microsoft.com/office/officeart/2005/8/layout/list1"/>
    <dgm:cxn modelId="{BFDC97C2-C5FC-4FFA-A10A-781E3C3FA92E}" type="presOf" srcId="{AC573015-9FEC-4D73-8B75-BF899B9F304D}" destId="{FE558B23-1F8B-46B1-B4E6-048F057405EE}" srcOrd="0" destOrd="2" presId="urn:microsoft.com/office/officeart/2005/8/layout/list1"/>
    <dgm:cxn modelId="{0C2C4EC3-C319-41D9-B06F-7D0F0B1D73E8}" srcId="{24F36D89-6712-4155-B982-F891432EE6F0}" destId="{AC573015-9FEC-4D73-8B75-BF899B9F304D}" srcOrd="2" destOrd="0" parTransId="{46061686-4629-475E-B4C1-5CEA7408D690}" sibTransId="{742C18F2-1460-44DD-ADE0-43701116537A}"/>
    <dgm:cxn modelId="{97FAF6D4-A8B4-43EE-9E22-5E360DB5D596}" srcId="{24F36D89-6712-4155-B982-F891432EE6F0}" destId="{C8C4BEC2-A1D2-4E40-8CFD-6C6A2226FCE5}" srcOrd="0" destOrd="0" parTransId="{1AB3D24A-AAF7-45B8-958D-A13F5041D924}" sibTransId="{F0A26C2B-F3FC-4F83-B61D-8B756990A17A}"/>
    <dgm:cxn modelId="{4CAA23DB-F574-4676-AC24-BB9C0C0E5741}" type="presOf" srcId="{24F36D89-6712-4155-B982-F891432EE6F0}" destId="{3170F513-B169-4300-AC76-6EC57CA78D5E}" srcOrd="1" destOrd="0" presId="urn:microsoft.com/office/officeart/2005/8/layout/list1"/>
    <dgm:cxn modelId="{F02213E7-A19D-4C83-8627-99D55A763BB3}" type="presOf" srcId="{59CE0167-66E5-414B-8CA9-0C42C6F48703}" destId="{FE558B23-1F8B-46B1-B4E6-048F057405EE}" srcOrd="0" destOrd="5" presId="urn:microsoft.com/office/officeart/2005/8/layout/list1"/>
    <dgm:cxn modelId="{8EE2C360-D219-4349-8320-CC190E4C4A4F}" type="presParOf" srcId="{03A46A66-FAD0-4DBC-A10D-BCB5B8BDC5D0}" destId="{A08A209E-5403-4A56-9A86-B61ED589FD81}" srcOrd="0" destOrd="0" presId="urn:microsoft.com/office/officeart/2005/8/layout/list1"/>
    <dgm:cxn modelId="{9B1B6CE8-D309-4CCD-A9AA-011E59D8C84C}" type="presParOf" srcId="{A08A209E-5403-4A56-9A86-B61ED589FD81}" destId="{1680A4D3-BA31-4E03-B592-E96F5C57A61D}" srcOrd="0" destOrd="0" presId="urn:microsoft.com/office/officeart/2005/8/layout/list1"/>
    <dgm:cxn modelId="{6704E168-728C-4CA7-BF03-FD02A4DE59D6}" type="presParOf" srcId="{A08A209E-5403-4A56-9A86-B61ED589FD81}" destId="{3170F513-B169-4300-AC76-6EC57CA78D5E}" srcOrd="1" destOrd="0" presId="urn:microsoft.com/office/officeart/2005/8/layout/list1"/>
    <dgm:cxn modelId="{A094F684-AA92-4299-A535-1A1606A75C29}" type="presParOf" srcId="{03A46A66-FAD0-4DBC-A10D-BCB5B8BDC5D0}" destId="{D3A6392E-554C-4EF1-974C-C4326ABD2E71}" srcOrd="1" destOrd="0" presId="urn:microsoft.com/office/officeart/2005/8/layout/list1"/>
    <dgm:cxn modelId="{AC7D80C2-B3DA-43D6-8031-E2C4D9729D05}" type="presParOf" srcId="{03A46A66-FAD0-4DBC-A10D-BCB5B8BDC5D0}" destId="{FE558B23-1F8B-46B1-B4E6-048F057405EE}" srcOrd="2" destOrd="0" presId="urn:microsoft.com/office/officeart/2005/8/layout/list1"/>
    <dgm:cxn modelId="{0D6D2FCF-3104-407C-9918-F9509A71EFE3}" type="presParOf" srcId="{03A46A66-FAD0-4DBC-A10D-BCB5B8BDC5D0}" destId="{036E148A-8C5E-405A-9996-E09EE15C41B2}" srcOrd="3" destOrd="0" presId="urn:microsoft.com/office/officeart/2005/8/layout/list1"/>
    <dgm:cxn modelId="{90741311-E2EF-458D-9662-0CD479A223C4}" type="presParOf" srcId="{03A46A66-FAD0-4DBC-A10D-BCB5B8BDC5D0}" destId="{EB44B016-F4E2-41B3-9022-EFB6679C0EDF}" srcOrd="4" destOrd="0" presId="urn:microsoft.com/office/officeart/2005/8/layout/list1"/>
    <dgm:cxn modelId="{46C8E4C9-F02C-440F-A153-2E7720D2A737}" type="presParOf" srcId="{EB44B016-F4E2-41B3-9022-EFB6679C0EDF}" destId="{D57260EB-61F9-4C8E-97DA-653905A4E9DA}" srcOrd="0" destOrd="0" presId="urn:microsoft.com/office/officeart/2005/8/layout/list1"/>
    <dgm:cxn modelId="{64570D0F-2DE1-4536-B48B-6C24B8E002E2}" type="presParOf" srcId="{EB44B016-F4E2-41B3-9022-EFB6679C0EDF}" destId="{5B0ED344-DC8C-44E6-9EA9-087B3A6B9084}" srcOrd="1" destOrd="0" presId="urn:microsoft.com/office/officeart/2005/8/layout/list1"/>
    <dgm:cxn modelId="{4F6DC8C3-9B15-4477-8E04-8C1CEA518CF0}" type="presParOf" srcId="{03A46A66-FAD0-4DBC-A10D-BCB5B8BDC5D0}" destId="{BEA3D124-DF61-43B8-87E9-3AFD3049FD24}" srcOrd="5" destOrd="0" presId="urn:microsoft.com/office/officeart/2005/8/layout/list1"/>
    <dgm:cxn modelId="{F85682B4-CC98-4BC9-B06B-A048CA859F13}" type="presParOf" srcId="{03A46A66-FAD0-4DBC-A10D-BCB5B8BDC5D0}" destId="{EE7D75A8-BE90-453C-BD65-736F05C927BB}" srcOrd="6" destOrd="0" presId="urn:microsoft.com/office/officeart/2005/8/layout/list1"/>
    <dgm:cxn modelId="{BE77564B-6033-44E4-9034-F47BB44E305B}" type="presParOf" srcId="{03A46A66-FAD0-4DBC-A10D-BCB5B8BDC5D0}" destId="{178E6AB5-F450-42AF-AFA0-28766CC0FB42}" srcOrd="7" destOrd="0" presId="urn:microsoft.com/office/officeart/2005/8/layout/list1"/>
    <dgm:cxn modelId="{B78D2317-76ED-4180-B2FD-0974F32559DC}" type="presParOf" srcId="{03A46A66-FAD0-4DBC-A10D-BCB5B8BDC5D0}" destId="{328BA926-EC37-419F-B58F-11648EBEE561}" srcOrd="8" destOrd="0" presId="urn:microsoft.com/office/officeart/2005/8/layout/list1"/>
    <dgm:cxn modelId="{B878CEC2-0EB6-4BC1-BBD4-E03E5468DC5D}" type="presParOf" srcId="{328BA926-EC37-419F-B58F-11648EBEE561}" destId="{6183A92F-95D3-45A0-9FBB-6204CF20A654}" srcOrd="0" destOrd="0" presId="urn:microsoft.com/office/officeart/2005/8/layout/list1"/>
    <dgm:cxn modelId="{AD98FC13-76CB-431F-8313-153E4FF01816}" type="presParOf" srcId="{328BA926-EC37-419F-B58F-11648EBEE561}" destId="{0ABF923D-1DB3-4051-BA82-BBC6B14D450B}" srcOrd="1" destOrd="0" presId="urn:microsoft.com/office/officeart/2005/8/layout/list1"/>
    <dgm:cxn modelId="{B965B676-9303-4930-8BAE-A666FBD8144C}" type="presParOf" srcId="{03A46A66-FAD0-4DBC-A10D-BCB5B8BDC5D0}" destId="{CCB6C6E7-05D6-421F-81AB-62683AE30EE5}" srcOrd="9" destOrd="0" presId="urn:microsoft.com/office/officeart/2005/8/layout/list1"/>
    <dgm:cxn modelId="{0400F86A-7254-4ABF-AA09-E016433D4DDB}" type="presParOf" srcId="{03A46A66-FAD0-4DBC-A10D-BCB5B8BDC5D0}" destId="{1E85E1E5-238D-4F3E-89F4-8B91C4507171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2211EF-D831-4C7A-BC58-2AF1B919890E}">
      <dsp:nvSpPr>
        <dsp:cNvPr id="0" name=""/>
        <dsp:cNvSpPr/>
      </dsp:nvSpPr>
      <dsp:spPr>
        <a:xfrm>
          <a:off x="0" y="4366257"/>
          <a:ext cx="2538268" cy="4777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0522" tIns="142240" rIns="180522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Create</a:t>
          </a:r>
        </a:p>
      </dsp:txBody>
      <dsp:txXfrm>
        <a:off x="0" y="4366257"/>
        <a:ext cx="2538268" cy="477797"/>
      </dsp:txXfrm>
    </dsp:sp>
    <dsp:sp modelId="{EA7B292E-FA3E-43DD-9AE7-86636D7ECD01}">
      <dsp:nvSpPr>
        <dsp:cNvPr id="0" name=""/>
        <dsp:cNvSpPr/>
      </dsp:nvSpPr>
      <dsp:spPr>
        <a:xfrm>
          <a:off x="2538268" y="4366257"/>
          <a:ext cx="7614805" cy="47779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464" tIns="254000" rIns="154464" bIns="2540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Create calculated columns</a:t>
          </a:r>
        </a:p>
      </dsp:txBody>
      <dsp:txXfrm>
        <a:off x="2538268" y="4366257"/>
        <a:ext cx="7614805" cy="477797"/>
      </dsp:txXfrm>
    </dsp:sp>
    <dsp:sp modelId="{FBBD1AEA-E43E-41F1-8AEE-7D6B578FD358}">
      <dsp:nvSpPr>
        <dsp:cNvPr id="0" name=""/>
        <dsp:cNvSpPr/>
      </dsp:nvSpPr>
      <dsp:spPr>
        <a:xfrm rot="10800000">
          <a:off x="0" y="3638572"/>
          <a:ext cx="2538268" cy="734852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0522" tIns="142240" rIns="180522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Validate</a:t>
          </a:r>
        </a:p>
      </dsp:txBody>
      <dsp:txXfrm rot="-10800000">
        <a:off x="0" y="3638572"/>
        <a:ext cx="2538268" cy="477653"/>
      </dsp:txXfrm>
    </dsp:sp>
    <dsp:sp modelId="{10CB43E2-F5F7-43B9-97AC-5A53B655406C}">
      <dsp:nvSpPr>
        <dsp:cNvPr id="0" name=""/>
        <dsp:cNvSpPr/>
      </dsp:nvSpPr>
      <dsp:spPr>
        <a:xfrm>
          <a:off x="2538268" y="3638572"/>
          <a:ext cx="7614805" cy="47765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464" tIns="254000" rIns="154464" bIns="2540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Validate numerical values </a:t>
          </a:r>
        </a:p>
      </dsp:txBody>
      <dsp:txXfrm>
        <a:off x="2538268" y="3638572"/>
        <a:ext cx="7614805" cy="477653"/>
      </dsp:txXfrm>
    </dsp:sp>
    <dsp:sp modelId="{E1D48073-634E-4EAF-B5D2-8A7654C5FE30}">
      <dsp:nvSpPr>
        <dsp:cNvPr id="0" name=""/>
        <dsp:cNvSpPr/>
      </dsp:nvSpPr>
      <dsp:spPr>
        <a:xfrm rot="10800000">
          <a:off x="0" y="2910887"/>
          <a:ext cx="2538268" cy="734852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0522" tIns="142240" rIns="180522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Convert</a:t>
          </a:r>
        </a:p>
      </dsp:txBody>
      <dsp:txXfrm rot="-10800000">
        <a:off x="0" y="2910887"/>
        <a:ext cx="2538268" cy="477653"/>
      </dsp:txXfrm>
    </dsp:sp>
    <dsp:sp modelId="{CF0D6132-D242-4386-AD82-A8CC0805EA9D}">
      <dsp:nvSpPr>
        <dsp:cNvPr id="0" name=""/>
        <dsp:cNvSpPr/>
      </dsp:nvSpPr>
      <dsp:spPr>
        <a:xfrm>
          <a:off x="2538268" y="2910887"/>
          <a:ext cx="7614805" cy="47765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464" tIns="254000" rIns="154464" bIns="2540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Convert dates </a:t>
          </a:r>
        </a:p>
      </dsp:txBody>
      <dsp:txXfrm>
        <a:off x="2538268" y="2910887"/>
        <a:ext cx="7614805" cy="477653"/>
      </dsp:txXfrm>
    </dsp:sp>
    <dsp:sp modelId="{2A40F874-8DA8-44B7-9684-BEE4F1AA7CBE}">
      <dsp:nvSpPr>
        <dsp:cNvPr id="0" name=""/>
        <dsp:cNvSpPr/>
      </dsp:nvSpPr>
      <dsp:spPr>
        <a:xfrm rot="10800000">
          <a:off x="0" y="2183201"/>
          <a:ext cx="2538268" cy="734852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0522" tIns="142240" rIns="180522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Text</a:t>
          </a:r>
        </a:p>
      </dsp:txBody>
      <dsp:txXfrm rot="-10800000">
        <a:off x="0" y="2183201"/>
        <a:ext cx="2538268" cy="477653"/>
      </dsp:txXfrm>
    </dsp:sp>
    <dsp:sp modelId="{3D3AF71A-69FD-4EAD-8B42-5069A06E9DBA}">
      <dsp:nvSpPr>
        <dsp:cNvPr id="0" name=""/>
        <dsp:cNvSpPr/>
      </dsp:nvSpPr>
      <dsp:spPr>
        <a:xfrm>
          <a:off x="2538268" y="2183201"/>
          <a:ext cx="7614805" cy="47765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464" tIns="254000" rIns="154464" bIns="2540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Clean text fields </a:t>
          </a:r>
        </a:p>
      </dsp:txBody>
      <dsp:txXfrm>
        <a:off x="2538268" y="2183201"/>
        <a:ext cx="7614805" cy="477653"/>
      </dsp:txXfrm>
    </dsp:sp>
    <dsp:sp modelId="{B8ADC51C-0244-4154-8884-7FD9F81E94DB}">
      <dsp:nvSpPr>
        <dsp:cNvPr id="0" name=""/>
        <dsp:cNvSpPr/>
      </dsp:nvSpPr>
      <dsp:spPr>
        <a:xfrm rot="10800000">
          <a:off x="0" y="1455516"/>
          <a:ext cx="2538268" cy="734852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0522" tIns="142240" rIns="180522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Correct</a:t>
          </a:r>
        </a:p>
      </dsp:txBody>
      <dsp:txXfrm rot="-10800000">
        <a:off x="0" y="1455516"/>
        <a:ext cx="2538268" cy="477653"/>
      </dsp:txXfrm>
    </dsp:sp>
    <dsp:sp modelId="{A2FFA103-CD1E-4C16-B496-3FDDBA444066}">
      <dsp:nvSpPr>
        <dsp:cNvPr id="0" name=""/>
        <dsp:cNvSpPr/>
      </dsp:nvSpPr>
      <dsp:spPr>
        <a:xfrm>
          <a:off x="2538268" y="1455516"/>
          <a:ext cx="7614805" cy="47765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464" tIns="254000" rIns="154464" bIns="2540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Correct data types </a:t>
          </a:r>
        </a:p>
      </dsp:txBody>
      <dsp:txXfrm>
        <a:off x="2538268" y="1455516"/>
        <a:ext cx="7614805" cy="477653"/>
      </dsp:txXfrm>
    </dsp:sp>
    <dsp:sp modelId="{096D24C6-3722-41CC-BD4C-719FB5620010}">
      <dsp:nvSpPr>
        <dsp:cNvPr id="0" name=""/>
        <dsp:cNvSpPr/>
      </dsp:nvSpPr>
      <dsp:spPr>
        <a:xfrm rot="10800000">
          <a:off x="0" y="727831"/>
          <a:ext cx="2538268" cy="734852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0522" tIns="142240" rIns="180522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Handle</a:t>
          </a:r>
        </a:p>
      </dsp:txBody>
      <dsp:txXfrm rot="-10800000">
        <a:off x="0" y="727831"/>
        <a:ext cx="2538268" cy="477653"/>
      </dsp:txXfrm>
    </dsp:sp>
    <dsp:sp modelId="{4F3853D9-9F1D-4468-9119-F98F3E58BD87}">
      <dsp:nvSpPr>
        <dsp:cNvPr id="0" name=""/>
        <dsp:cNvSpPr/>
      </dsp:nvSpPr>
      <dsp:spPr>
        <a:xfrm>
          <a:off x="2538268" y="727831"/>
          <a:ext cx="7614805" cy="47765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464" tIns="254000" rIns="154464" bIns="2540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Handle NULL values </a:t>
          </a:r>
        </a:p>
      </dsp:txBody>
      <dsp:txXfrm>
        <a:off x="2538268" y="727831"/>
        <a:ext cx="7614805" cy="477653"/>
      </dsp:txXfrm>
    </dsp:sp>
    <dsp:sp modelId="{756FE95C-D3A1-48AD-8B7A-B0CD135F5AF2}">
      <dsp:nvSpPr>
        <dsp:cNvPr id="0" name=""/>
        <dsp:cNvSpPr/>
      </dsp:nvSpPr>
      <dsp:spPr>
        <a:xfrm rot="10800000">
          <a:off x="0" y="146"/>
          <a:ext cx="2538268" cy="734852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0522" tIns="142240" rIns="180522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Remove</a:t>
          </a:r>
        </a:p>
      </dsp:txBody>
      <dsp:txXfrm rot="-10800000">
        <a:off x="0" y="146"/>
        <a:ext cx="2538268" cy="477653"/>
      </dsp:txXfrm>
    </dsp:sp>
    <dsp:sp modelId="{A1432C27-30F8-40A5-876C-E2ACB3FD2663}">
      <dsp:nvSpPr>
        <dsp:cNvPr id="0" name=""/>
        <dsp:cNvSpPr/>
      </dsp:nvSpPr>
      <dsp:spPr>
        <a:xfrm>
          <a:off x="2538268" y="146"/>
          <a:ext cx="7614805" cy="47765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464" tIns="254000" rIns="154464" bIns="2540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Remove duplicate records </a:t>
          </a:r>
        </a:p>
      </dsp:txBody>
      <dsp:txXfrm>
        <a:off x="2538268" y="146"/>
        <a:ext cx="7614805" cy="47765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373D4C-0F2C-4D98-98E5-0E2E4EB45BFC}">
      <dsp:nvSpPr>
        <dsp:cNvPr id="0" name=""/>
        <dsp:cNvSpPr/>
      </dsp:nvSpPr>
      <dsp:spPr>
        <a:xfrm>
          <a:off x="0" y="371010"/>
          <a:ext cx="7171955" cy="2173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6623" tIns="312420" rIns="556623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spc="-18" dirty="0">
              <a:solidFill>
                <a:srgbClr val="181C24">
                  <a:alpha val="100000"/>
                </a:srgbClr>
              </a:solidFill>
              <a:latin typeface="IBM Plex Sans" panose="00000700000000000000" pitchFamily="2" charset="0"/>
            </a:rPr>
            <a:t>Utilize the provided Excel data to create an initial dashboard.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spc="-18" dirty="0">
              <a:solidFill>
                <a:srgbClr val="181C24">
                  <a:alpha val="100000"/>
                </a:srgbClr>
              </a:solidFill>
              <a:latin typeface="IBM Plex Sans" panose="00000700000000000000" pitchFamily="2" charset="0"/>
            </a:rPr>
            <a:t>Perform basic data cleaning and transformation.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500" kern="1200" dirty="0"/>
            <a:t>Create PivotTables </a:t>
          </a:r>
          <a:endParaRPr lang="en-US" sz="1500" kern="1200" spc="-18" dirty="0">
            <a:solidFill>
              <a:srgbClr val="181C24">
                <a:alpha val="100000"/>
              </a:srgbClr>
            </a:solidFill>
            <a:latin typeface="IBM Plex Sans" panose="00000700000000000000" pitchFamily="2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500" kern="1200"/>
            <a:t>Use formulas 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500" kern="1200" dirty="0"/>
            <a:t>Perform quick analysis 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spc="-18" dirty="0">
              <a:solidFill>
                <a:srgbClr val="181C24">
                  <a:alpha val="100000"/>
                </a:srgbClr>
              </a:solidFill>
              <a:latin typeface="IBM Plex Sans" panose="00000700000000000000" pitchFamily="2" charset="0"/>
            </a:rPr>
            <a:t>Identify key metrics (KPIs) and define data visualization requirements.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500" kern="1200" dirty="0"/>
            <a:t>Prepare small/medium-sized reports </a:t>
          </a:r>
          <a:endParaRPr lang="en-US" sz="1500" kern="1200" dirty="0"/>
        </a:p>
      </dsp:txBody>
      <dsp:txXfrm>
        <a:off x="0" y="371010"/>
        <a:ext cx="7171955" cy="2173500"/>
      </dsp:txXfrm>
    </dsp:sp>
    <dsp:sp modelId="{4F0CFD3A-531E-4273-9896-E0B8769D6A75}">
      <dsp:nvSpPr>
        <dsp:cNvPr id="0" name=""/>
        <dsp:cNvSpPr/>
      </dsp:nvSpPr>
      <dsp:spPr>
        <a:xfrm>
          <a:off x="358597" y="149610"/>
          <a:ext cx="5020368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9758" tIns="0" rIns="189758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Excel is excellent when we need to:</a:t>
          </a:r>
          <a:endParaRPr lang="en-US" sz="1500" kern="1200" dirty="0"/>
        </a:p>
      </dsp:txBody>
      <dsp:txXfrm>
        <a:off x="380213" y="171226"/>
        <a:ext cx="4977136" cy="399568"/>
      </dsp:txXfrm>
    </dsp:sp>
    <dsp:sp modelId="{3D473E3E-2F74-44E2-B158-8C58DC5F7B80}">
      <dsp:nvSpPr>
        <dsp:cNvPr id="0" name=""/>
        <dsp:cNvSpPr/>
      </dsp:nvSpPr>
      <dsp:spPr>
        <a:xfrm>
          <a:off x="0" y="2846910"/>
          <a:ext cx="7171955" cy="6378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6623" tIns="312420" rIns="556623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500" kern="1200"/>
            <a:t>Power Query → PivotTable → PivotChart → Slicer → Dashboard</a:t>
          </a:r>
          <a:endParaRPr lang="en-US" sz="1500" kern="1200"/>
        </a:p>
      </dsp:txBody>
      <dsp:txXfrm>
        <a:off x="0" y="2846910"/>
        <a:ext cx="7171955" cy="637875"/>
      </dsp:txXfrm>
    </dsp:sp>
    <dsp:sp modelId="{7B876345-C4A6-4D64-B86A-052FE21E4B6D}">
      <dsp:nvSpPr>
        <dsp:cNvPr id="0" name=""/>
        <dsp:cNvSpPr/>
      </dsp:nvSpPr>
      <dsp:spPr>
        <a:xfrm>
          <a:off x="358597" y="2625510"/>
          <a:ext cx="5020368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9758" tIns="0" rIns="189758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We use:</a:t>
          </a:r>
          <a:endParaRPr lang="en-US" sz="1500" kern="1200" dirty="0"/>
        </a:p>
      </dsp:txBody>
      <dsp:txXfrm>
        <a:off x="380213" y="2647126"/>
        <a:ext cx="4977136" cy="399568"/>
      </dsp:txXfrm>
    </dsp:sp>
    <dsp:sp modelId="{9AE9EB8F-FDC2-4158-AA50-4CAB15CDB5AA}">
      <dsp:nvSpPr>
        <dsp:cNvPr id="0" name=""/>
        <dsp:cNvSpPr/>
      </dsp:nvSpPr>
      <dsp:spPr>
        <a:xfrm>
          <a:off x="0" y="3787185"/>
          <a:ext cx="7171955" cy="6378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6623" tIns="312420" rIns="556623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500" kern="1200"/>
            <a:t>Very easy and familiar.</a:t>
          </a:r>
          <a:endParaRPr lang="en-US" sz="1500" kern="1200"/>
        </a:p>
      </dsp:txBody>
      <dsp:txXfrm>
        <a:off x="0" y="3787185"/>
        <a:ext cx="7171955" cy="637875"/>
      </dsp:txXfrm>
    </dsp:sp>
    <dsp:sp modelId="{CF69DCB3-BE44-48A6-8533-21682186E101}">
      <dsp:nvSpPr>
        <dsp:cNvPr id="0" name=""/>
        <dsp:cNvSpPr/>
      </dsp:nvSpPr>
      <dsp:spPr>
        <a:xfrm>
          <a:off x="358597" y="3565785"/>
          <a:ext cx="5020368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9758" tIns="0" rIns="189758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/>
            <a:t>Advantage</a:t>
          </a:r>
          <a:endParaRPr lang="en-US" sz="1500" kern="1200"/>
        </a:p>
      </dsp:txBody>
      <dsp:txXfrm>
        <a:off x="380213" y="3587401"/>
        <a:ext cx="4977136" cy="399568"/>
      </dsp:txXfrm>
    </dsp:sp>
    <dsp:sp modelId="{5B359513-E397-46A3-BAC2-3DCFE0239FB4}">
      <dsp:nvSpPr>
        <dsp:cNvPr id="0" name=""/>
        <dsp:cNvSpPr/>
      </dsp:nvSpPr>
      <dsp:spPr>
        <a:xfrm>
          <a:off x="0" y="4727460"/>
          <a:ext cx="7171955" cy="850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6623" tIns="312420" rIns="556623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500" kern="1200"/>
            <a:t>For a large and complex BI project, Excel dashboards can become difficult to maintain.</a:t>
          </a:r>
          <a:endParaRPr lang="en-US" sz="1500" kern="1200"/>
        </a:p>
      </dsp:txBody>
      <dsp:txXfrm>
        <a:off x="0" y="4727460"/>
        <a:ext cx="7171955" cy="850500"/>
      </dsp:txXfrm>
    </dsp:sp>
    <dsp:sp modelId="{9C19F1D3-848B-45CB-B1FF-CA6E4EA12DE9}">
      <dsp:nvSpPr>
        <dsp:cNvPr id="0" name=""/>
        <dsp:cNvSpPr/>
      </dsp:nvSpPr>
      <dsp:spPr>
        <a:xfrm>
          <a:off x="358597" y="4506060"/>
          <a:ext cx="5020368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9758" tIns="0" rIns="189758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/>
            <a:t>Disadvantage</a:t>
          </a:r>
          <a:endParaRPr lang="en-US" sz="1500" kern="1200"/>
        </a:p>
      </dsp:txBody>
      <dsp:txXfrm>
        <a:off x="380213" y="4527676"/>
        <a:ext cx="4977136" cy="3995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4A9C57-A08A-4640-885D-71DD6A89C977}">
      <dsp:nvSpPr>
        <dsp:cNvPr id="0" name=""/>
        <dsp:cNvSpPr/>
      </dsp:nvSpPr>
      <dsp:spPr>
        <a:xfrm>
          <a:off x="559800" y="1013986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57CB9C-BD43-423E-99B7-9B1A753A9284}">
      <dsp:nvSpPr>
        <dsp:cNvPr id="0" name=""/>
        <dsp:cNvSpPr/>
      </dsp:nvSpPr>
      <dsp:spPr>
        <a:xfrm>
          <a:off x="559800" y="2747236"/>
          <a:ext cx="4320000" cy="668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/>
            <a:t>MySQL </a:t>
          </a:r>
          <a:r>
            <a:rPr lang="en-US" sz="1400" b="0" kern="1200" dirty="0"/>
            <a:t>is basically the database and SQL analysis layer, while Excel, Power BI, and Tableau are visualization tools.</a:t>
          </a:r>
        </a:p>
      </dsp:txBody>
      <dsp:txXfrm>
        <a:off x="559800" y="2747236"/>
        <a:ext cx="4320000" cy="668250"/>
      </dsp:txXfrm>
    </dsp:sp>
    <dsp:sp modelId="{DD08976E-9286-4D41-A3AD-6C8FD122CD59}">
      <dsp:nvSpPr>
        <dsp:cNvPr id="0" name=""/>
        <dsp:cNvSpPr/>
      </dsp:nvSpPr>
      <dsp:spPr>
        <a:xfrm>
          <a:off x="559800" y="3465705"/>
          <a:ext cx="4320000" cy="172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FB2441-51FD-4F04-B3AD-2C6BF1451FCA}">
      <dsp:nvSpPr>
        <dsp:cNvPr id="0" name=""/>
        <dsp:cNvSpPr/>
      </dsp:nvSpPr>
      <dsp:spPr>
        <a:xfrm>
          <a:off x="2185657" y="1655509"/>
          <a:ext cx="1181144" cy="88568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833FE2-7F97-485D-94D7-D1D0131B9F52}">
      <dsp:nvSpPr>
        <dsp:cNvPr id="0" name=""/>
        <dsp:cNvSpPr/>
      </dsp:nvSpPr>
      <dsp:spPr>
        <a:xfrm>
          <a:off x="5529916" y="2106363"/>
          <a:ext cx="4320000" cy="668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endParaRPr lang="en-US" sz="1400" kern="1200" dirty="0"/>
        </a:p>
      </dsp:txBody>
      <dsp:txXfrm>
        <a:off x="5529916" y="2106363"/>
        <a:ext cx="4320000" cy="668250"/>
      </dsp:txXfrm>
    </dsp:sp>
    <dsp:sp modelId="{B819A74D-38FB-4604-A4B0-34D938491ACD}">
      <dsp:nvSpPr>
        <dsp:cNvPr id="0" name=""/>
        <dsp:cNvSpPr/>
      </dsp:nvSpPr>
      <dsp:spPr>
        <a:xfrm>
          <a:off x="5529916" y="3232399"/>
          <a:ext cx="4320000" cy="172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 dirty="0"/>
        </a:p>
      </dsp:txBody>
      <dsp:txXfrm>
        <a:off x="5529916" y="3232399"/>
        <a:ext cx="4320000" cy="17251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E2FE36-EEFF-4386-9DD4-3AEB3B3C2EF2}">
      <dsp:nvSpPr>
        <dsp:cNvPr id="0" name=""/>
        <dsp:cNvSpPr/>
      </dsp:nvSpPr>
      <dsp:spPr>
        <a:xfrm>
          <a:off x="8806" y="96963"/>
          <a:ext cx="1032584" cy="103258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C9DFDE-BE44-4839-99DB-68B338A25B89}">
      <dsp:nvSpPr>
        <dsp:cNvPr id="0" name=""/>
        <dsp:cNvSpPr/>
      </dsp:nvSpPr>
      <dsp:spPr>
        <a:xfrm>
          <a:off x="8806" y="1328465"/>
          <a:ext cx="2950241" cy="442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500" b="1" kern="1200"/>
            <a:t>Power BI is particularly strong in:</a:t>
          </a:r>
          <a:endParaRPr lang="en-US" sz="1500" kern="1200"/>
        </a:p>
      </dsp:txBody>
      <dsp:txXfrm>
        <a:off x="8806" y="1328465"/>
        <a:ext cx="2950241" cy="442536"/>
      </dsp:txXfrm>
    </dsp:sp>
    <dsp:sp modelId="{326FBD89-5D1B-41BC-9B2F-3A7AD50E9A48}">
      <dsp:nvSpPr>
        <dsp:cNvPr id="0" name=""/>
        <dsp:cNvSpPr/>
      </dsp:nvSpPr>
      <dsp:spPr>
        <a:xfrm>
          <a:off x="0" y="1723723"/>
          <a:ext cx="2950241" cy="2859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Data transformation </a:t>
          </a:r>
          <a:endParaRPr lang="en-US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Data </a:t>
          </a:r>
          <a:r>
            <a:rPr lang="en-IN" sz="1400" kern="1200" dirty="0" err="1"/>
            <a:t>modeling</a:t>
          </a:r>
          <a:r>
            <a:rPr lang="en-IN" sz="1400" kern="1200" dirty="0"/>
            <a:t> </a:t>
          </a:r>
          <a:endParaRPr lang="en-US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Relationships </a:t>
          </a:r>
          <a:endParaRPr lang="en-US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DAX </a:t>
          </a:r>
          <a:endParaRPr lang="en-US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KPI calculations </a:t>
          </a:r>
          <a:endParaRPr lang="en-US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Interactive dashboards </a:t>
          </a:r>
          <a:endParaRPr lang="en-US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Drill-through </a:t>
          </a:r>
          <a:endParaRPr lang="en-US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Scheduled refresh </a:t>
          </a:r>
          <a:endParaRPr lang="en-US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Microsoft ecosystem </a:t>
          </a:r>
          <a:endParaRPr lang="en-US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Enterprise reporting</a:t>
          </a:r>
          <a:endParaRPr lang="en-US" sz="1400" kern="1200" dirty="0"/>
        </a:p>
      </dsp:txBody>
      <dsp:txXfrm>
        <a:off x="0" y="1723723"/>
        <a:ext cx="2950241" cy="2859431"/>
      </dsp:txXfrm>
    </dsp:sp>
    <dsp:sp modelId="{847FE90F-A239-4F92-A0ED-C243E079D124}">
      <dsp:nvSpPr>
        <dsp:cNvPr id="0" name=""/>
        <dsp:cNvSpPr/>
      </dsp:nvSpPr>
      <dsp:spPr>
        <a:xfrm>
          <a:off x="3475339" y="96963"/>
          <a:ext cx="1032584" cy="103258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73DE7D-A8AE-4F7D-9656-F967D8A99FAD}">
      <dsp:nvSpPr>
        <dsp:cNvPr id="0" name=""/>
        <dsp:cNvSpPr/>
      </dsp:nvSpPr>
      <dsp:spPr>
        <a:xfrm>
          <a:off x="3475339" y="1328465"/>
          <a:ext cx="2950241" cy="442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b="1" kern="1200"/>
            <a:t>Advantage</a:t>
          </a:r>
          <a:endParaRPr lang="en-US" sz="1500" kern="1200"/>
        </a:p>
      </dsp:txBody>
      <dsp:txXfrm>
        <a:off x="3475339" y="1328465"/>
        <a:ext cx="2950241" cy="442536"/>
      </dsp:txXfrm>
    </dsp:sp>
    <dsp:sp modelId="{6F3F3110-3CDA-4C8D-B518-F884054A2C16}">
      <dsp:nvSpPr>
        <dsp:cNvPr id="0" name=""/>
        <dsp:cNvSpPr/>
      </dsp:nvSpPr>
      <dsp:spPr>
        <a:xfrm>
          <a:off x="3385298" y="1723723"/>
          <a:ext cx="2950241" cy="2859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Best all-round BI tool of the three.</a:t>
          </a:r>
        </a:p>
      </dsp:txBody>
      <dsp:txXfrm>
        <a:off x="3385298" y="1723723"/>
        <a:ext cx="2950241" cy="2859431"/>
      </dsp:txXfrm>
    </dsp:sp>
    <dsp:sp modelId="{401BFB6F-EE92-46AD-874E-7FC2030F0A9F}">
      <dsp:nvSpPr>
        <dsp:cNvPr id="0" name=""/>
        <dsp:cNvSpPr/>
      </dsp:nvSpPr>
      <dsp:spPr>
        <a:xfrm>
          <a:off x="6941872" y="96963"/>
          <a:ext cx="1032584" cy="103258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212A33-DB0C-4DA7-AE77-37DACDADA436}">
      <dsp:nvSpPr>
        <dsp:cNvPr id="0" name=""/>
        <dsp:cNvSpPr/>
      </dsp:nvSpPr>
      <dsp:spPr>
        <a:xfrm>
          <a:off x="6937093" y="1294398"/>
          <a:ext cx="2950241" cy="270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b="1" kern="1200" dirty="0"/>
            <a:t>Disadvantage</a:t>
          </a:r>
          <a:endParaRPr lang="en-US" sz="1500" kern="1200" dirty="0"/>
        </a:p>
      </dsp:txBody>
      <dsp:txXfrm>
        <a:off x="6937093" y="1294398"/>
        <a:ext cx="2950241" cy="270575"/>
      </dsp:txXfrm>
    </dsp:sp>
    <dsp:sp modelId="{BC2B357C-D9CF-46B9-B504-82FFAF98346A}">
      <dsp:nvSpPr>
        <dsp:cNvPr id="0" name=""/>
        <dsp:cNvSpPr/>
      </dsp:nvSpPr>
      <dsp:spPr>
        <a:xfrm>
          <a:off x="6927092" y="1723723"/>
          <a:ext cx="2950241" cy="2859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DAX and data modeling require more learning</a:t>
          </a:r>
          <a:r>
            <a:rPr lang="en-US" sz="1200" kern="1200" dirty="0"/>
            <a:t>.</a:t>
          </a:r>
        </a:p>
      </dsp:txBody>
      <dsp:txXfrm>
        <a:off x="6927092" y="1723723"/>
        <a:ext cx="2950241" cy="285943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558B23-1F8B-46B1-B4E6-048F057405EE}">
      <dsp:nvSpPr>
        <dsp:cNvPr id="0" name=""/>
        <dsp:cNvSpPr/>
      </dsp:nvSpPr>
      <dsp:spPr>
        <a:xfrm>
          <a:off x="0" y="496612"/>
          <a:ext cx="10927829" cy="226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8121" tIns="333248" rIns="848121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Beautiful dashboards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Advanced visualizations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Interactive analysis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Maps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Dashboard actions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Visual exploration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Storytelling</a:t>
          </a:r>
        </a:p>
      </dsp:txBody>
      <dsp:txXfrm>
        <a:off x="0" y="496612"/>
        <a:ext cx="10927829" cy="2268000"/>
      </dsp:txXfrm>
    </dsp:sp>
    <dsp:sp modelId="{3170F513-B169-4300-AC76-6EC57CA78D5E}">
      <dsp:nvSpPr>
        <dsp:cNvPr id="0" name=""/>
        <dsp:cNvSpPr/>
      </dsp:nvSpPr>
      <dsp:spPr>
        <a:xfrm>
          <a:off x="546391" y="260452"/>
          <a:ext cx="7649480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/>
            <a:t>Tableau is particularly strong in:</a:t>
          </a:r>
        </a:p>
      </dsp:txBody>
      <dsp:txXfrm>
        <a:off x="569448" y="283509"/>
        <a:ext cx="7603366" cy="426206"/>
      </dsp:txXfrm>
    </dsp:sp>
    <dsp:sp modelId="{EE7D75A8-BE90-453C-BD65-736F05C927BB}">
      <dsp:nvSpPr>
        <dsp:cNvPr id="0" name=""/>
        <dsp:cNvSpPr/>
      </dsp:nvSpPr>
      <dsp:spPr>
        <a:xfrm>
          <a:off x="0" y="3087172"/>
          <a:ext cx="10927829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0ED344-DC8C-44E6-9EA9-087B3A6B9084}">
      <dsp:nvSpPr>
        <dsp:cNvPr id="0" name=""/>
        <dsp:cNvSpPr/>
      </dsp:nvSpPr>
      <dsp:spPr>
        <a:xfrm>
          <a:off x="546391" y="2851012"/>
          <a:ext cx="7649480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 spc="-18">
              <a:latin typeface="IBM Plex Sans" panose="00000700000000000000" pitchFamily="2" charset="0"/>
            </a:rPr>
            <a:t>Ensure a user-friendly interface with filters, drill-throughs, and tooltips.</a:t>
          </a:r>
        </a:p>
      </dsp:txBody>
      <dsp:txXfrm>
        <a:off x="569448" y="2874069"/>
        <a:ext cx="7603366" cy="426206"/>
      </dsp:txXfrm>
    </dsp:sp>
    <dsp:sp modelId="{1E85E1E5-238D-4F3E-89F4-8B91C4507171}">
      <dsp:nvSpPr>
        <dsp:cNvPr id="0" name=""/>
        <dsp:cNvSpPr/>
      </dsp:nvSpPr>
      <dsp:spPr>
        <a:xfrm>
          <a:off x="0" y="3812932"/>
          <a:ext cx="10927829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BF923D-1DB3-4051-BA82-BBC6B14D450B}">
      <dsp:nvSpPr>
        <dsp:cNvPr id="0" name=""/>
        <dsp:cNvSpPr/>
      </dsp:nvSpPr>
      <dsp:spPr>
        <a:xfrm>
          <a:off x="546391" y="3576772"/>
          <a:ext cx="7649480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 spc="-18">
              <a:latin typeface="IBM Plex Sans" panose="00000700000000000000" pitchFamily="2" charset="0"/>
            </a:rPr>
            <a:t>Incorporate advanced analytics, such as trend analysis and forecasting.</a:t>
          </a:r>
        </a:p>
      </dsp:txBody>
      <dsp:txXfrm>
        <a:off x="569448" y="3599829"/>
        <a:ext cx="7603366" cy="4262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9573-5A40-4C25-A249-CBD5CEBE5941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3D353E-EB07-40D8-A525-AABF31F5C6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3182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3D353E-EB07-40D8-A525-AABF31F5C655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7821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14C21-052F-CC46-B055-7EF31EB7AE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0946E0-AD2D-F5D3-F5B4-BA06A89AE3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313AA-545F-5018-FDE0-352E0ED33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ED3D0-460A-4FAA-8B02-3D476067D2AF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4883D-4FCC-DB65-4EEB-838F4A181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EEBA4-4A32-0EE3-BB9A-4AC4AEF6B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37AE8-F205-433D-B290-41DF9B3505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4081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95703-64AA-D63B-8F8F-28A12B324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59EEE-FC94-1D99-1BB6-BBEF03606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CCE73-7F2A-350C-6246-EF1FD7BAD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ED3D0-460A-4FAA-8B02-3D476067D2AF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CD3C34-4500-6218-E1BB-80BC0AEA4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843DD-1284-D969-900A-5D4FB8A21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37AE8-F205-433D-B290-41DF9B3505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9861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7E3BA-E60E-1322-89E5-8E1070469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C5C5A3-1A6F-595D-1A6A-9885DE2D1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5215BA-439D-1FD6-94B3-605EB0335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ED3D0-460A-4FAA-8B02-3D476067D2AF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1E71C-F69F-57CB-CDE2-1A19BAA6C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298BA-F247-CA75-1AF9-4EE0CEC65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37AE8-F205-433D-B290-41DF9B3505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570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A1465-23E6-77A9-B2FA-95CD425CE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401E1-6981-74FB-3FED-2A2C5A8D95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7143B8-4D76-04AF-F126-90595BAD33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47AB1F-8DF8-83EB-E73B-EB866491B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ED3D0-460A-4FAA-8B02-3D476067D2AF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0FC147-592D-D0B9-FA2E-47DBB59F6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EC86B-B82A-039D-FF0C-4FFC76072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37AE8-F205-433D-B290-41DF9B3505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387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2BCA5-FDAC-ECA8-2102-EAC777198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978AF2-2338-581C-BD0F-E1636FF504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DF5801-4DFF-DBB5-389E-BF66506C2B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486176-5562-5239-8086-9FC227856E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AA7A0E-DE95-A9F0-4EEA-4868B3B5D9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0E5540-8111-61CF-D159-C1AAB47BB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ED3D0-460A-4FAA-8B02-3D476067D2AF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0E4330-3ABF-68F3-4F1F-9C8C587CF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0F8121-CF22-9FB4-AD7D-FB2B1CBF3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37AE8-F205-433D-B290-41DF9B3505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0101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F64FC-98E5-154D-F180-9053E45A8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99F1DC-77BF-5F84-28D6-CC91AE7C7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ED3D0-460A-4FAA-8B02-3D476067D2AF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E960F7-DF2D-D732-44BD-8CB59D7E5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70409A-49B2-E8AE-29F2-B14C4FF2A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37AE8-F205-433D-B290-41DF9B3505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3179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2B07C0-9BBC-8DD2-E1F4-D9AF67DD5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ED3D0-460A-4FAA-8B02-3D476067D2AF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9494E-486C-970E-85F1-6CD4C8B80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767B1-1495-D2E6-3746-89D726C6D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37AE8-F205-433D-B290-41DF9B3505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2094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10DBA-A655-9637-577F-886A05E43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65D39-7D28-5907-6FD1-826E150CB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66791-0721-E656-AAC9-9799B7D04D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F89E2B-4E49-11F5-ED13-638EBC6B7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ED3D0-460A-4FAA-8B02-3D476067D2AF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CE1B6E-9737-A725-2CB3-265CBB98D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81D872-EBC0-848F-D362-BA85293C2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37AE8-F205-433D-B290-41DF9B3505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2537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BC96C-EBA9-95B7-10DC-31823D226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C0EC4-F418-ADFE-DA29-261774A659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516BD-7F15-9C40-2E8C-E9659469CB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0DD760-68C6-B132-FA54-01D554047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ED3D0-460A-4FAA-8B02-3D476067D2AF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36BFC6-5C5E-F45F-0D8F-121AD5C13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91531C-05FC-8496-0ED0-3A86A7DCA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37AE8-F205-433D-B290-41DF9B3505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9183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77B44-13C8-DC08-4BC2-5CF87C3C8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4FC41C-E90C-8EB0-DC5C-17D70DF96C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11812-30D0-82EA-4FA9-ED23C5797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ED3D0-460A-4FAA-8B02-3D476067D2AF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18612-E285-8239-77DC-3237F42FC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5ADB3-474F-D808-5653-CE188EAF3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37AE8-F205-433D-B290-41DF9B3505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2871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A74442-C6AC-5F4E-011E-55061ED29C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8D055B-0005-9C3E-B6A3-05CD60DE9E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EDAF1-0F11-4209-7AA3-1E5604EE3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ED3D0-460A-4FAA-8B02-3D476067D2AF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DE7EFF-C67F-15CD-D3D2-2B4D7B65B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413CCB-843D-65D6-1334-0AEC6E8FF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37AE8-F205-433D-B290-41DF9B3505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6983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96F9FF-F06B-A709-A54F-EE163689A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B80B29-8B4D-78C9-8605-7F0E25544A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52E20-7A99-84AE-732B-0CA27377B2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7ED3D0-460A-4FAA-8B02-3D476067D2AF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00C00-E67D-23EB-0505-A39D2465E4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CDF498-1EAC-560E-963B-1D8508CA12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537AE8-F205-433D-B290-41DF9B3505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5657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15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8.svg"/><Relationship Id="rId7" Type="http://schemas.openxmlformats.org/officeDocument/2006/relationships/diagramColors" Target="../diagrams/colors2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8A94871E-96FC-4ADE-815B-41A636E34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CCAA98-73DB-B040-BDC6-3E4E82ACA2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6692827" cy="3892669"/>
          </a:xfrm>
        </p:spPr>
        <p:txBody>
          <a:bodyPr>
            <a:normAutofit/>
          </a:bodyPr>
          <a:lstStyle/>
          <a:p>
            <a:pPr algn="l">
              <a:lnSpc>
                <a:spcPts val="7128"/>
              </a:lnSpc>
            </a:pPr>
            <a:r>
              <a:rPr lang="en-US" sz="6600" b="1" spc="-132" dirty="0">
                <a:solidFill>
                  <a:srgbClr val="181C24">
                    <a:alpha val="10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BM Plex Serif SemiBold" panose="00000700000000000000" pitchFamily="2" charset="0"/>
              </a:rPr>
              <a:t>Project on Healthcare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89DC44-B6D3-74B5-7B26-FA35FAF768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19364" y="4219178"/>
            <a:ext cx="3832802" cy="2045851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en-IN" b="1" dirty="0"/>
              <a:t>Presented By </a:t>
            </a:r>
            <a:r>
              <a:rPr lang="en-IN" dirty="0"/>
              <a:t>: </a:t>
            </a:r>
            <a:r>
              <a:rPr lang="en-IN" b="1" dirty="0"/>
              <a:t>Group 6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Nikhil Rohidas Naik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Siddhesh Satish Kadam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Medabala</a:t>
            </a:r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Sujith Kamal Kumar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Harshada Arvind Chavan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Rakhee Singha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Shilpa Rohan Chavan</a:t>
            </a:r>
          </a:p>
          <a:p>
            <a:pPr algn="l"/>
            <a:endParaRPr lang="en-IN" b="1" dirty="0"/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5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Teacher">
            <a:extLst>
              <a:ext uri="{FF2B5EF4-FFF2-40B4-BE49-F238E27FC236}">
                <a16:creationId xmlns:a16="http://schemas.microsoft.com/office/drawing/2014/main" id="{532CA3BE-8591-E3FB-BFB3-4E57B29834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4094" y="953157"/>
            <a:ext cx="4087368" cy="38926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61B880-4403-5B80-3A59-3F71A0814959}"/>
              </a:ext>
            </a:extLst>
          </p:cNvPr>
          <p:cNvSpPr txBox="1"/>
          <p:nvPr/>
        </p:nvSpPr>
        <p:spPr>
          <a:xfrm>
            <a:off x="640080" y="4457413"/>
            <a:ext cx="6097508" cy="1244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108"/>
              </a:lnSpc>
            </a:pPr>
            <a:r>
              <a:rPr lang="en-US" sz="1800" spc="-21" dirty="0">
                <a:solidFill>
                  <a:srgbClr val="6E7177">
                    <a:alpha val="100000"/>
                  </a:srgbClr>
                </a:solidFill>
                <a:latin typeface="IBM Plex Sans" panose="00000700000000000000" pitchFamily="2" charset="0"/>
              </a:rPr>
              <a:t>This project focuses on developing a BI dashboard for </a:t>
            </a:r>
            <a:r>
              <a:rPr lang="en-US" sz="1800" b="1" spc="-21" dirty="0">
                <a:latin typeface="IBM Plex Sans" panose="00000700000000000000" pitchFamily="2" charset="0"/>
              </a:rPr>
              <a:t>Electronic Medical Records (EMR) </a:t>
            </a:r>
            <a:r>
              <a:rPr lang="en-US" sz="1800" spc="-21" dirty="0">
                <a:solidFill>
                  <a:srgbClr val="6E7177">
                    <a:alpha val="100000"/>
                  </a:srgbClr>
                </a:solidFill>
                <a:latin typeface="IBM Plex Sans" panose="00000700000000000000" pitchFamily="2" charset="0"/>
              </a:rPr>
              <a:t>to provide actionable insights for healthcare providers and administrators.</a:t>
            </a:r>
          </a:p>
        </p:txBody>
      </p:sp>
    </p:spTree>
    <p:extLst>
      <p:ext uri="{BB962C8B-B14F-4D97-AF65-F5344CB8AC3E}">
        <p14:creationId xmlns:p14="http://schemas.microsoft.com/office/powerpoint/2010/main" val="4287273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0409" y="2462212"/>
            <a:ext cx="2270670" cy="1371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311580" y="2462212"/>
            <a:ext cx="2270670" cy="1371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0409" y="4024312"/>
            <a:ext cx="2270670" cy="1371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717430" y="3352799"/>
            <a:ext cx="2270670" cy="1371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0180" y="2690812"/>
            <a:ext cx="200025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014787"/>
            <a:ext cx="152400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395787"/>
            <a:ext cx="15240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776787"/>
            <a:ext cx="152400" cy="1809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704850"/>
            <a:ext cx="5921878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200" b="1" i="0" u="none" dirty="0">
                <a:solidFill>
                  <a:srgbClr val="0F17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Scope &amp; Analytics 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2876550"/>
            <a:ext cx="5878859" cy="885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0F172A"/>
                </a:solidFill>
                <a:latin typeface="DM Sans"/>
              </a:rPr>
              <a:t>Centralizing fragmented Electronic Medical Records into unified decision-support dashboards.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3990975"/>
            <a:ext cx="7229512" cy="228600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334155"/>
                </a:solidFill>
                <a:latin typeface="DM Sans"/>
              </a:rPr>
              <a:t>Core Goal: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Empower hospital administrators with KPI visibility.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4371975"/>
            <a:ext cx="7229512" cy="228600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DM Sans"/>
              </a:rPr>
              <a:t>Clinical Focus:</a:t>
            </a:r>
            <a:r>
              <a:rPr sz="1350" b="0" i="0" u="none">
                <a:solidFill>
                  <a:srgbClr val="334155"/>
                </a:solidFill>
                <a:latin typeface="DM Sans"/>
              </a:rPr>
              <a:t> Track patient visits, lab results, and treatments.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4752975"/>
            <a:ext cx="7229512" cy="228600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DM Sans"/>
              </a:rPr>
              <a:t>Quality Assurance:</a:t>
            </a:r>
            <a:r>
              <a:rPr sz="1350" b="0" i="0" u="none">
                <a:solidFill>
                  <a:srgbClr val="334155"/>
                </a:solidFill>
                <a:latin typeface="DM Sans"/>
              </a:rPr>
              <a:t> Cross-verify metrics across four platforms.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79009" y="3376612"/>
            <a:ext cx="226683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DM Sans"/>
              </a:rPr>
              <a:t>Schema normalization.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40180" y="3071812"/>
            <a:ext cx="238018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DM Sans"/>
              </a:rPr>
              <a:t>MS Excel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40180" y="3376612"/>
            <a:ext cx="226683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DM Sans"/>
              </a:rPr>
              <a:t>Initial data cleaning.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79009" y="4633912"/>
            <a:ext cx="238018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1500" b="1" i="0" u="none" dirty="0">
                <a:solidFill>
                  <a:srgbClr val="0F172A"/>
                </a:solidFill>
                <a:latin typeface="DM Sans"/>
              </a:rPr>
              <a:t>Power BI</a:t>
            </a:r>
            <a:endParaRPr sz="1500" b="1" i="0" u="none" dirty="0">
              <a:solidFill>
                <a:srgbClr val="0F172A"/>
              </a:solidFill>
              <a:latin typeface="DM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079009" y="4938712"/>
            <a:ext cx="226683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DM Sans"/>
              </a:rPr>
              <a:t>DAX modeling.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40180" y="4938712"/>
            <a:ext cx="226683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DM Sans"/>
              </a:rPr>
              <a:t>Visual exploration.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3BC718C-40C1-0830-EBE2-3F929DAFE6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454446" y="2363237"/>
            <a:ext cx="915194" cy="686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 descr="Image result for tableau">
            <a:extLst>
              <a:ext uri="{FF2B5EF4-FFF2-40B4-BE49-F238E27FC236}">
                <a16:creationId xmlns:a16="http://schemas.microsoft.com/office/drawing/2014/main" id="{0A2C2188-DFEC-21E1-BFD5-AA9760AE9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406" y="4136497"/>
            <a:ext cx="1081634" cy="658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>
            <a:extLst>
              <a:ext uri="{FF2B5EF4-FFF2-40B4-BE49-F238E27FC236}">
                <a16:creationId xmlns:a16="http://schemas.microsoft.com/office/drawing/2014/main" id="{AEB0EB37-1873-C1BA-0185-3A21EF0486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2809" y="3968290"/>
            <a:ext cx="827948" cy="583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Download MySQL Logo in SVG Vector or PNG File Format - Logo.wine">
            <a:extLst>
              <a:ext uri="{FF2B5EF4-FFF2-40B4-BE49-F238E27FC236}">
                <a16:creationId xmlns:a16="http://schemas.microsoft.com/office/drawing/2014/main" id="{8D43220F-40F7-87DC-0076-569992032E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2809" y="2298720"/>
            <a:ext cx="1316298" cy="1093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95653" y="370795"/>
            <a:ext cx="4762500" cy="447675"/>
          </a:xfrm>
          <a:prstGeom prst="roundRect">
            <a:avLst>
              <a:gd name="adj" fmla="val 12765"/>
            </a:avLst>
          </a:prstGeom>
          <a:solidFill>
            <a:srgbClr val="F0F9FF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95653" y="1097869"/>
            <a:ext cx="4762500" cy="447675"/>
          </a:xfrm>
          <a:prstGeom prst="roundRect">
            <a:avLst>
              <a:gd name="adj" fmla="val 12765"/>
            </a:avLst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95653" y="1799545"/>
            <a:ext cx="4762500" cy="447675"/>
          </a:xfrm>
          <a:prstGeom prst="roundRect">
            <a:avLst>
              <a:gd name="adj" fmla="val 12765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95653" y="2513920"/>
            <a:ext cx="4762500" cy="447675"/>
          </a:xfrm>
          <a:prstGeom prst="roundRect">
            <a:avLst>
              <a:gd name="adj" fmla="val 12765"/>
            </a:avLst>
          </a:prstGeom>
          <a:solidFill>
            <a:srgbClr val="FFF1F2"/>
          </a:solidFill>
          <a:ln w="19050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95653" y="3228295"/>
            <a:ext cx="4762500" cy="447675"/>
          </a:xfrm>
          <a:prstGeom prst="roundRect">
            <a:avLst>
              <a:gd name="adj" fmla="val 12765"/>
            </a:avLst>
          </a:prstGeom>
          <a:solidFill>
            <a:srgbClr val="EEF2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95653" y="3942670"/>
            <a:ext cx="4762500" cy="447675"/>
          </a:xfrm>
          <a:prstGeom prst="roundRect">
            <a:avLst>
              <a:gd name="adj" fmla="val 12765"/>
            </a:avLst>
          </a:prstGeom>
          <a:solidFill>
            <a:srgbClr val="FDF4FF"/>
          </a:solidFill>
          <a:ln w="19050">
            <a:solidFill>
              <a:srgbClr val="C02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95653" y="4657045"/>
            <a:ext cx="4762500" cy="447675"/>
          </a:xfrm>
          <a:prstGeom prst="roundRect">
            <a:avLst>
              <a:gd name="adj" fmla="val 12765"/>
            </a:avLst>
          </a:prstGeom>
          <a:solidFill>
            <a:srgbClr val="ECFDF5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95653" y="5371420"/>
            <a:ext cx="4762500" cy="447675"/>
          </a:xfrm>
          <a:prstGeom prst="roundRect">
            <a:avLst>
              <a:gd name="adj" fmla="val 12765"/>
            </a:avLst>
          </a:prstGeom>
          <a:solidFill>
            <a:srgbClr val="FFF7ED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95653" y="6085795"/>
            <a:ext cx="4762500" cy="447675"/>
          </a:xfrm>
          <a:prstGeom prst="roundRect">
            <a:avLst>
              <a:gd name="adj" fmla="val 12765"/>
            </a:avLst>
          </a:prstGeom>
          <a:solidFill>
            <a:srgbClr val="F8FAFC"/>
          </a:solidFill>
          <a:ln w="1905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9753" y="875620"/>
            <a:ext cx="1143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9753" y="1589995"/>
            <a:ext cx="11430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9753" y="2304370"/>
            <a:ext cx="1143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9753" y="3018745"/>
            <a:ext cx="11430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9753" y="3733120"/>
            <a:ext cx="11430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9753" y="4447495"/>
            <a:ext cx="11430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9753" y="5161870"/>
            <a:ext cx="11430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9753" y="5876245"/>
            <a:ext cx="114300" cy="152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09903" y="445672"/>
            <a:ext cx="5334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 u="none" dirty="0">
                <a:solidFill>
                  <a:srgbClr val="0F172A"/>
                </a:solidFill>
                <a:latin typeface="Plus Jakarta Sans"/>
              </a:rPr>
              <a:t>Understand the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2753" y="1179286"/>
            <a:ext cx="5334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 u="none" dirty="0">
                <a:solidFill>
                  <a:srgbClr val="0F172A"/>
                </a:solidFill>
                <a:latin typeface="Plus Jakarta Sans"/>
              </a:rPr>
              <a:t>Perform Data cleaning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2753" y="1866650"/>
            <a:ext cx="5334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 u="none" dirty="0">
                <a:solidFill>
                  <a:srgbClr val="0F172A"/>
                </a:solidFill>
                <a:latin typeface="Plus Jakarta Sans"/>
              </a:rPr>
              <a:t>Data modeling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9903" y="2581369"/>
            <a:ext cx="5334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 u="none" dirty="0">
                <a:solidFill>
                  <a:srgbClr val="0F172A"/>
                </a:solidFill>
                <a:latin typeface="Plus Jakarta Sans"/>
              </a:rPr>
              <a:t>Perform necessary Calculations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2753" y="3283037"/>
            <a:ext cx="5334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 u="none" dirty="0">
                <a:solidFill>
                  <a:srgbClr val="0F172A"/>
                </a:solidFill>
                <a:latin typeface="Plus Jakarta Sans"/>
              </a:rPr>
              <a:t>KPI creation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2753" y="4028962"/>
            <a:ext cx="5334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 u="none" dirty="0">
                <a:solidFill>
                  <a:srgbClr val="0F172A"/>
                </a:solidFill>
                <a:latin typeface="Plus Jakarta Sans"/>
              </a:rPr>
              <a:t>Add Visualization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2753" y="4766056"/>
            <a:ext cx="5334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 u="none" dirty="0">
                <a:solidFill>
                  <a:srgbClr val="0F172A"/>
                </a:solidFill>
                <a:latin typeface="Plus Jakarta Sans"/>
              </a:rPr>
              <a:t>Add Interactivity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2753" y="5457865"/>
            <a:ext cx="5334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 u="none" dirty="0">
                <a:solidFill>
                  <a:srgbClr val="0F172A"/>
                </a:solidFill>
                <a:latin typeface="Plus Jakarta Sans"/>
              </a:rPr>
              <a:t>Dashboard 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9903" y="6172240"/>
            <a:ext cx="5334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 u="none" dirty="0">
                <a:solidFill>
                  <a:srgbClr val="0F172A"/>
                </a:solidFill>
                <a:latin typeface="Plus Jakarta Sans"/>
              </a:rPr>
              <a:t>Business insights for final Conclusions.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64069" y="2092325"/>
            <a:ext cx="2100491" cy="24622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i="0" u="none" dirty="0">
                <a:solidFill>
                  <a:srgbClr val="0F17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Steps for Healthcare Data Analytic</a:t>
            </a:r>
            <a:r>
              <a:rPr sz="3200" b="1" i="0" u="none" dirty="0">
                <a:solidFill>
                  <a:srgbClr val="0F172A"/>
                </a:solidFill>
              </a:rPr>
              <a:t>s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00387"/>
            <a:ext cx="2009626" cy="16573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809726" y="3100387"/>
            <a:ext cx="2009626" cy="1657350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09778" y="3100387"/>
            <a:ext cx="2172444" cy="1657350"/>
          </a:xfrm>
          <a:prstGeom prst="roundRect">
            <a:avLst>
              <a:gd name="adj" fmla="val 6896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highlight>
                <a:srgbClr val="FFFF00"/>
              </a:highlight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72796" y="3100387"/>
            <a:ext cx="2009626" cy="1657350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572922" y="2976562"/>
            <a:ext cx="2009626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3367087"/>
            <a:ext cx="200025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226" y="3367087"/>
            <a:ext cx="200025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0352" y="3367087"/>
            <a:ext cx="200025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3296" y="3367087"/>
            <a:ext cx="28575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63422" y="3314700"/>
            <a:ext cx="257175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1253490"/>
            <a:ext cx="5233612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3200" b="1" i="0" u="none" dirty="0">
                <a:solidFill>
                  <a:srgbClr val="0F17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Relational Tables </a:t>
            </a:r>
            <a:r>
              <a:rPr lang="en-IN" sz="3200" b="1" dirty="0">
                <a:solidFill>
                  <a:srgbClr val="0F17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IN" sz="3200" b="1" dirty="0" err="1">
                <a:solidFill>
                  <a:srgbClr val="0F17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DataSets</a:t>
            </a:r>
            <a:r>
              <a:rPr lang="en-IN" sz="3200" b="1" dirty="0">
                <a:solidFill>
                  <a:srgbClr val="0F17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sz="3200" b="1" i="0" u="none" dirty="0">
              <a:solidFill>
                <a:srgbClr val="0F172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00100" y="3709987"/>
            <a:ext cx="213757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  <a:latin typeface="DM Sans"/>
              </a:rPr>
              <a:t>Patient 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4033837"/>
            <a:ext cx="17238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475569"/>
                </a:solidFill>
                <a:latin typeface="DM Sans"/>
              </a:rPr>
              <a:t>Demographics via Patient ID.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0226" y="3709987"/>
            <a:ext cx="213757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DM Sans"/>
              </a:rPr>
              <a:t>Doctor 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00226" y="4033837"/>
            <a:ext cx="17238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475569"/>
                </a:solidFill>
                <a:latin typeface="DM Sans"/>
              </a:rPr>
              <a:t>Specialties via Doctor ID.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00352" y="3709987"/>
            <a:ext cx="235127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DM Sans"/>
              </a:rPr>
              <a:t>Visit Fact 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00352" y="4033837"/>
            <a:ext cx="188669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E2E8F0"/>
                </a:solidFill>
                <a:latin typeface="DM Sans"/>
              </a:rPr>
              <a:t>Central hub linking records.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63296" y="3709987"/>
            <a:ext cx="1490793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  <a:latin typeface="DM Sans"/>
              </a:rPr>
              <a:t>Lab</a:t>
            </a:r>
            <a:r>
              <a:rPr lang="en-US" sz="1500" b="1" i="0" u="none" dirty="0">
                <a:solidFill>
                  <a:srgbClr val="0F172A"/>
                </a:solidFill>
                <a:latin typeface="DM Sans"/>
              </a:rPr>
              <a:t> </a:t>
            </a:r>
            <a:r>
              <a:rPr sz="1500" b="1" i="0" u="none" dirty="0">
                <a:solidFill>
                  <a:srgbClr val="0F172A"/>
                </a:solidFill>
                <a:latin typeface="DM Sans"/>
              </a:rPr>
              <a:t>result 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63296" y="4033837"/>
            <a:ext cx="17238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Diagnostic outcomes per visit.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54365" y="3681412"/>
            <a:ext cx="1810069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  <a:latin typeface="DM Sans"/>
              </a:rPr>
              <a:t>Treatments 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4365" y="4037541"/>
            <a:ext cx="17238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475569"/>
                </a:solidFill>
                <a:latin typeface="DM Sans"/>
              </a:rPr>
              <a:t>Medications prescribed per visit.</a:t>
            </a:r>
          </a:p>
        </p:txBody>
      </p:sp>
    </p:spTree>
    <p:extLst>
      <p:ext uri="{BB962C8B-B14F-4D97-AF65-F5344CB8AC3E}">
        <p14:creationId xmlns:p14="http://schemas.microsoft.com/office/powerpoint/2010/main" val="3754120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F5362-E8AD-549E-0322-F6FB1C3AD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5497F-D9C9-FD66-253B-55B5EAF90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549" y="357828"/>
            <a:ext cx="6008587" cy="629702"/>
          </a:xfrm>
        </p:spPr>
        <p:txBody>
          <a:bodyPr>
            <a:no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Clean and prepare the data</a:t>
            </a:r>
            <a:endParaRPr lang="en-IN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graphicFrame>
        <p:nvGraphicFramePr>
          <p:cNvPr id="34" name="Content Placeholder 2">
            <a:extLst>
              <a:ext uri="{FF2B5EF4-FFF2-40B4-BE49-F238E27FC236}">
                <a16:creationId xmlns:a16="http://schemas.microsoft.com/office/drawing/2014/main" id="{6C3AC6ED-8E78-2BAA-E362-0211D1881E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810054"/>
              </p:ext>
            </p:extLst>
          </p:nvPr>
        </p:nvGraphicFramePr>
        <p:xfrm>
          <a:off x="1019463" y="1341120"/>
          <a:ext cx="10153074" cy="4844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Graphic 6" descr="Work Item Bug">
            <a:extLst>
              <a:ext uri="{FF2B5EF4-FFF2-40B4-BE49-F238E27FC236}">
                <a16:creationId xmlns:a16="http://schemas.microsoft.com/office/drawing/2014/main" id="{FC8CD088-7B27-DFD4-9B38-46052FEAE2F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0136" y="162561"/>
            <a:ext cx="928424" cy="906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394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9600" y="98933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0F172A"/>
                </a:solidFill>
                <a:latin typeface="DM Sans"/>
              </a:rPr>
              <a:t>Executive KPI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1456" y="2857500"/>
            <a:ext cx="2416968" cy="571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sz="4500" b="1" i="0" u="none" dirty="0">
                <a:solidFill>
                  <a:srgbClr val="0F172A"/>
                </a:solidFill>
                <a:latin typeface="DM Sans"/>
              </a:rPr>
              <a:t>10,000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456" y="3505200"/>
            <a:ext cx="241696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DM Sans"/>
              </a:rPr>
              <a:t>Total Patient Visits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7081" y="2857500"/>
            <a:ext cx="1940718" cy="571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sz="4500" b="1" i="0" u="none">
                <a:solidFill>
                  <a:srgbClr val="0D9488"/>
                </a:solidFill>
                <a:latin typeface="DM Sans"/>
              </a:rPr>
              <a:t>1,000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7081" y="3505200"/>
            <a:ext cx="194071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DM Sans"/>
              </a:rPr>
              <a:t>Active Doctors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71706" y="2857500"/>
            <a:ext cx="2416968" cy="571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sz="4500" b="1" i="0" u="none">
                <a:solidFill>
                  <a:srgbClr val="0F172A"/>
                </a:solidFill>
                <a:latin typeface="DM Sans"/>
              </a:rPr>
              <a:t>10,000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71706" y="3505200"/>
            <a:ext cx="241696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DM Sans"/>
              </a:rPr>
              <a:t>Total Lab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15475" y="2862262"/>
            <a:ext cx="2583656" cy="571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sz="4500" b="1" i="0" u="none">
                <a:solidFill>
                  <a:srgbClr val="E11D48"/>
                </a:solidFill>
                <a:latin typeface="DM Sans"/>
              </a:rPr>
              <a:t>33.54%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15475" y="3509962"/>
            <a:ext cx="258365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DM Sans"/>
              </a:rPr>
              <a:t>Abnormal Lab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456" y="4191000"/>
            <a:ext cx="2202656" cy="495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900" b="1" i="0" u="none">
                <a:solidFill>
                  <a:srgbClr val="0F172A"/>
                </a:solidFill>
                <a:latin typeface="DM Sans"/>
              </a:rPr>
              <a:t>$5.25M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456" y="4762500"/>
            <a:ext cx="220265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DM Sans"/>
              </a:rPr>
              <a:t>Total Treatment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2381" y="4191000"/>
            <a:ext cx="2357437" cy="495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900" b="1" i="0" u="none">
                <a:solidFill>
                  <a:srgbClr val="0F172A"/>
                </a:solidFill>
                <a:latin typeface="DM Sans"/>
              </a:rPr>
              <a:t>$524.75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82381" y="4762500"/>
            <a:ext cx="235743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DM Sans"/>
              </a:rPr>
              <a:t>Avg Cost Per Treatment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7132" y="4191000"/>
            <a:ext cx="1988343" cy="495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900" b="1" i="0" u="none">
                <a:solidFill>
                  <a:srgbClr val="0F172A"/>
                </a:solidFill>
                <a:latin typeface="DM Sans"/>
              </a:rPr>
              <a:t>48.94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27132" y="4762500"/>
            <a:ext cx="198834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DM Sans"/>
              </a:rPr>
              <a:t>Average Patient 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4752" y="4195762"/>
            <a:ext cx="2071687" cy="495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900" b="1" i="0" u="none">
                <a:solidFill>
                  <a:srgbClr val="0D9488"/>
                </a:solidFill>
                <a:latin typeface="DM Sans"/>
              </a:rPr>
              <a:t>10.0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4752" y="4767262"/>
            <a:ext cx="20716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DM Sans"/>
              </a:rPr>
              <a:t>Avg Visits Per Doctor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C2E7F-533C-67A8-D23A-F6504F9CB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1F261-A16F-937B-E43F-4E61D5158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900" y="465851"/>
            <a:ext cx="2773130" cy="651675"/>
          </a:xfrm>
        </p:spPr>
        <p:txBody>
          <a:bodyPr anchor="t">
            <a:normAutofit/>
          </a:bodyPr>
          <a:lstStyle/>
          <a:p>
            <a:pPr algn="ctr"/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Excel</a:t>
            </a:r>
            <a:endParaRPr lang="en-I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pic>
        <p:nvPicPr>
          <p:cNvPr id="19" name="Graphic 18" descr="Calculator">
            <a:extLst>
              <a:ext uri="{FF2B5EF4-FFF2-40B4-BE49-F238E27FC236}">
                <a16:creationId xmlns:a16="http://schemas.microsoft.com/office/drawing/2014/main" id="{34255B40-1A6A-C796-E3D8-0A4147402E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68265" y="1117526"/>
            <a:ext cx="914400" cy="914400"/>
          </a:xfrm>
          <a:prstGeom prst="rect">
            <a:avLst/>
          </a:prstGeom>
        </p:spPr>
      </p:pic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C1515F0A-2E1C-C280-46B3-CD81FF08651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226687" y="689135"/>
          <a:ext cx="7171955" cy="57275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252440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BD0D520-6D0C-E3E0-10AC-A7DB7A184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" y="1094461"/>
            <a:ext cx="10647680" cy="535714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5D517383-7CA7-C2B6-93BE-2AC94018832C}"/>
              </a:ext>
            </a:extLst>
          </p:cNvPr>
          <p:cNvSpPr txBox="1"/>
          <p:nvPr/>
        </p:nvSpPr>
        <p:spPr>
          <a:xfrm>
            <a:off x="751840" y="586630"/>
            <a:ext cx="6096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700" b="1" i="0" u="none" dirty="0">
                <a:solidFill>
                  <a:srgbClr val="0F17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Relational Schema</a:t>
            </a:r>
            <a:endParaRPr lang="en-IN" sz="2700" dirty="0"/>
          </a:p>
        </p:txBody>
      </p:sp>
    </p:spTree>
    <p:extLst>
      <p:ext uri="{BB962C8B-B14F-4D97-AF65-F5344CB8AC3E}">
        <p14:creationId xmlns:p14="http://schemas.microsoft.com/office/powerpoint/2010/main" val="3738751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0D071-2CA8-A9D9-568D-BD5A70C7D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9549"/>
          </a:xfrm>
        </p:spPr>
        <p:txBody>
          <a:bodyPr>
            <a:normAutofit fontScale="90000"/>
          </a:bodyPr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Excel Dashboard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18E78C-F7DC-E920-0EAA-3D3359FA7A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25" y="1058238"/>
            <a:ext cx="11258550" cy="5399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526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962275"/>
            <a:ext cx="49376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547270" y="2962275"/>
            <a:ext cx="603512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3771900"/>
            <a:ext cx="49376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547270" y="3771900"/>
            <a:ext cx="603512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4581525"/>
            <a:ext cx="49376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547270" y="4581525"/>
            <a:ext cx="603512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5391150"/>
            <a:ext cx="49376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547270" y="5391150"/>
            <a:ext cx="603512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600" y="6200775"/>
            <a:ext cx="49376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547270" y="6200775"/>
            <a:ext cx="603512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09600" y="1585912"/>
          <a:ext cx="10972799" cy="4629150"/>
        </p:xfrm>
        <a:graphic>
          <a:graphicData uri="http://schemas.openxmlformats.org/drawingml/2006/table">
            <a:tbl>
              <a:tblPr/>
              <a:tblGrid>
                <a:gridCol w="4937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1525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Challenge Faced in Excel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80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Solution Implemented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Multi-Sheet Lookup Overhead:</a:t>
                      </a:r>
                      <a:r>
                        <a:rPr sz="1425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 Slow VLOOKUPs across 5 relational EMR tables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Migrated to </a:t>
                      </a:r>
                      <a:r>
                        <a:rPr sz="1425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Power Pivot Data Model</a:t>
                      </a:r>
                      <a:r>
                        <a:rPr sz="1425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 using 1-to-Many table relationships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Raw Data Inconsistencies:</a:t>
                      </a:r>
                      <a:r>
                        <a:rPr sz="1425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 Duplicate records, blank cells, mixed date formats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Automated data cleaning via </a:t>
                      </a:r>
                      <a:r>
                        <a:rPr sz="1425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Power Query</a:t>
                      </a:r>
                      <a:r>
                        <a:rPr sz="1425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 before generating Pivot Tables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Slicer Sync Conflicts:</a:t>
                      </a:r>
                      <a:r>
                        <a:rPr sz="1425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 Slicers failing to filter all 6 dashboard charts together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Linked all Pivot Charts through </a:t>
                      </a:r>
                      <a:r>
                        <a:rPr sz="1425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Report Connections</a:t>
                      </a:r>
                      <a:r>
                        <a:rPr sz="1425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 on a shared data cache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Static KPI Banner Cards:</a:t>
                      </a:r>
                      <a:r>
                        <a:rPr sz="1425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 Manual summary formulas not updating with filters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Connected top KPI shapes dynamically to hidden Pivot cells via </a:t>
                      </a:r>
                      <a:r>
                        <a:rPr sz="1425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GETPIVOTDATA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algn="l"/>
                      <a:r>
                        <a:rPr sz="1425" b="1" i="0" u="none" dirty="0">
                          <a:solidFill>
                            <a:srgbClr val="1E293B"/>
                          </a:solidFill>
                          <a:latin typeface="Plus Jakarta Sans"/>
                        </a:rPr>
                        <a:t>Cross-Tool Number Mismatch:</a:t>
                      </a:r>
                      <a:r>
                        <a:rPr sz="1425" b="0" i="0" u="none" dirty="0">
                          <a:solidFill>
                            <a:srgbClr val="1E293B"/>
                          </a:solidFill>
                          <a:latin typeface="Plus Jakarta Sans"/>
                        </a:rPr>
                        <a:t> 1,000 Patient subset vs 10,000 full SQL dataset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 dirty="0">
                          <a:solidFill>
                            <a:srgbClr val="1E293B"/>
                          </a:solidFill>
                          <a:latin typeface="Plus Jakarta Sans"/>
                        </a:rPr>
                        <a:t>Verified sample subset ratios against </a:t>
                      </a:r>
                      <a:r>
                        <a:rPr sz="1425" b="1" i="0" u="none" dirty="0">
                          <a:solidFill>
                            <a:srgbClr val="1E293B"/>
                          </a:solidFill>
                          <a:latin typeface="Plus Jakarta Sans"/>
                        </a:rPr>
                        <a:t>MySQL QA queries</a:t>
                      </a:r>
                      <a:r>
                        <a:rPr sz="1425" b="0" i="0" u="none" dirty="0">
                          <a:solidFill>
                            <a:srgbClr val="1E293B"/>
                          </a:solidFill>
                          <a:latin typeface="Plus Jakarta Sans"/>
                        </a:rPr>
                        <a:t> for metric accuracy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09600" y="704850"/>
            <a:ext cx="5272405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0F17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lus Jakarta Sans"/>
              </a:rPr>
              <a:t>Excel Project: Challenges &amp; Solutions</a:t>
            </a:r>
          </a:p>
        </p:txBody>
      </p:sp>
    </p:spTree>
    <p:extLst>
      <p:ext uri="{BB962C8B-B14F-4D97-AF65-F5344CB8AC3E}">
        <p14:creationId xmlns:p14="http://schemas.microsoft.com/office/powerpoint/2010/main" val="23594557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4383C-5427-99CF-FCAD-43193E5F3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43630"/>
          </a:xfrm>
        </p:spPr>
        <p:txBody>
          <a:bodyPr>
            <a:normAutofit/>
          </a:bodyPr>
          <a:lstStyle/>
          <a:p>
            <a:r>
              <a:rPr lang="en-IN" sz="2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MySQL</a:t>
            </a:r>
            <a:r>
              <a:rPr lang="en-US" sz="2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-Database &amp; SQL Analysis</a:t>
            </a:r>
            <a:endParaRPr lang="en-IN" sz="2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36FB7A57-3AED-09F5-6C1A-EE846E235D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9278219"/>
              </p:ext>
            </p:extLst>
          </p:nvPr>
        </p:nvGraphicFramePr>
        <p:xfrm>
          <a:off x="999067" y="1394234"/>
          <a:ext cx="10515600" cy="47654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4F295-3CC7-D1B8-8473-A0E01B02A4FF}"/>
              </a:ext>
            </a:extLst>
          </p:cNvPr>
          <p:cNvSpPr txBox="1">
            <a:spLocks/>
          </p:cNvSpPr>
          <p:nvPr/>
        </p:nvSpPr>
        <p:spPr>
          <a:xfrm>
            <a:off x="5994400" y="1508755"/>
            <a:ext cx="5198533" cy="46509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IN" sz="1800" dirty="0"/>
              <a:t>           HealthCare Analysis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N" sz="1800" dirty="0"/>
              <a:t>       ↓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N" sz="1800" dirty="0"/>
              <a:t>       MySQL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N" sz="1800" dirty="0"/>
              <a:t>       ↓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N" sz="1800" dirty="0"/>
              <a:t>           Data Cleaning &amp; SQL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N" sz="1800" dirty="0"/>
              <a:t>       ↓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N" sz="1800" dirty="0"/>
              <a:t>         Views / Procedures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N" sz="1800" dirty="0"/>
              <a:t>      ↓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N" sz="1800" dirty="0"/>
              <a:t>          ┌─────────────────────────────┐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N" sz="1800" dirty="0"/>
              <a:t>    ↓                       ↓                     ↓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N" sz="1800" dirty="0"/>
              <a:t>          Excel            Power BI         Tableau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N" sz="1800" dirty="0"/>
              <a:t>     ↓                        ↓                      ↓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N" sz="1800" dirty="0"/>
              <a:t>               Analysis      Dashboard     Visualization</a:t>
            </a:r>
          </a:p>
        </p:txBody>
      </p:sp>
    </p:spTree>
    <p:extLst>
      <p:ext uri="{BB962C8B-B14F-4D97-AF65-F5344CB8AC3E}">
        <p14:creationId xmlns:p14="http://schemas.microsoft.com/office/powerpoint/2010/main" val="2364825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E8D55-8F04-FC15-E597-FA5FD272C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260" y="2819400"/>
            <a:ext cx="2777180" cy="1219200"/>
          </a:xfrm>
        </p:spPr>
        <p:txBody>
          <a:bodyPr anchor="t">
            <a:normAutofit/>
          </a:bodyPr>
          <a:lstStyle/>
          <a:p>
            <a:pPr algn="ctr"/>
            <a:r>
              <a:rPr lang="en-US" sz="2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What MySQL does in the project</a:t>
            </a:r>
            <a:endParaRPr lang="en-IN" sz="2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69DDAF-A901-FB62-FEF3-42348CC050DE}"/>
              </a:ext>
            </a:extLst>
          </p:cNvPr>
          <p:cNvSpPr txBox="1"/>
          <p:nvPr/>
        </p:nvSpPr>
        <p:spPr>
          <a:xfrm>
            <a:off x="4805530" y="1928920"/>
            <a:ext cx="7000240" cy="4219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736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E293B"/>
                </a:solidFill>
                <a:latin typeface="DM Sans"/>
              </a:rPr>
              <a:t>Schema Normalization:</a:t>
            </a:r>
            <a:r>
              <a:rPr lang="en-US" dirty="0">
                <a:solidFill>
                  <a:srgbClr val="1E293B"/>
                </a:solidFill>
                <a:latin typeface="DM Sans"/>
              </a:rPr>
              <a:t> Structured five tables to eliminate data redundancy.</a:t>
            </a:r>
          </a:p>
          <a:p>
            <a:pPr marL="285750" indent="-285750">
              <a:lnSpc>
                <a:spcPts val="2736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E293B"/>
                </a:solidFill>
                <a:latin typeface="DM Sans"/>
              </a:rPr>
              <a:t>Column Standardization:</a:t>
            </a:r>
            <a:r>
              <a:rPr lang="en-US" dirty="0">
                <a:solidFill>
                  <a:srgbClr val="1E293B"/>
                </a:solidFill>
                <a:latin typeface="DM Sans"/>
              </a:rPr>
              <a:t> Removed spaces using ALTER TABLE RENAME scripts.</a:t>
            </a:r>
          </a:p>
          <a:p>
            <a:pPr marL="285750" indent="-285750">
              <a:lnSpc>
                <a:spcPts val="2736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E293B"/>
                </a:solidFill>
                <a:latin typeface="DM Sans"/>
              </a:rPr>
              <a:t>KPI Benchmarking:</a:t>
            </a:r>
            <a:r>
              <a:rPr lang="en-US" dirty="0">
                <a:solidFill>
                  <a:srgbClr val="1E293B"/>
                </a:solidFill>
                <a:latin typeface="DM Sans"/>
              </a:rPr>
              <a:t> Computed Follow-Up Rate, Age, and Lab splits.</a:t>
            </a:r>
          </a:p>
          <a:p>
            <a:pPr marL="285750" indent="-285750">
              <a:lnSpc>
                <a:spcPts val="2736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E293B"/>
                </a:solidFill>
                <a:latin typeface="DM Sans"/>
              </a:rPr>
              <a:t>QA Count Verification:</a:t>
            </a:r>
            <a:r>
              <a:rPr lang="en-US" dirty="0">
                <a:solidFill>
                  <a:srgbClr val="1E293B"/>
                </a:solidFill>
                <a:latin typeface="DM Sans"/>
              </a:rPr>
              <a:t> Validated 10K visits and 7,359 treatments.</a:t>
            </a:r>
          </a:p>
          <a:p>
            <a:pPr marL="285750" indent="-285750">
              <a:lnSpc>
                <a:spcPts val="2736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rgbClr val="1E293B"/>
              </a:solidFill>
              <a:latin typeface="DM Sans"/>
            </a:endParaRPr>
          </a:p>
          <a:p>
            <a:pPr marL="285750" indent="-285750">
              <a:lnSpc>
                <a:spcPts val="2736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rgbClr val="1E293B"/>
              </a:solidFill>
              <a:latin typeface="DM Sans"/>
            </a:endParaRPr>
          </a:p>
          <a:p>
            <a:pPr marL="285750" indent="-285750">
              <a:lnSpc>
                <a:spcPts val="2736"/>
              </a:lnSpc>
              <a:buFont typeface="Arial" panose="020B0604020202020204" pitchFamily="34" charset="0"/>
              <a:buChar char="•"/>
            </a:pPr>
            <a:endParaRPr lang="en-US" sz="1800" spc="-18" dirty="0">
              <a:solidFill>
                <a:srgbClr val="181C24">
                  <a:alpha val="100000"/>
                </a:srgbClr>
              </a:solidFill>
              <a:latin typeface="IBM Plex Sans" panose="00000700000000000000" pitchFamily="2" charset="0"/>
            </a:endParaRPr>
          </a:p>
          <a:p>
            <a:pPr marL="285750" indent="-285750" algn="ctr">
              <a:lnSpc>
                <a:spcPts val="2736"/>
              </a:lnSpc>
              <a:buFont typeface="Arial" panose="020B0604020202020204" pitchFamily="34" charset="0"/>
              <a:buChar char="•"/>
            </a:pPr>
            <a:endParaRPr lang="en-US" sz="1800" spc="-18" dirty="0">
              <a:solidFill>
                <a:srgbClr val="181C24">
                  <a:alpha val="100000"/>
                </a:srgbClr>
              </a:solidFill>
              <a:latin typeface="IBM Plex Sans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0141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4B9DF-4557-05CF-4C36-E0C286B2F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36" y="476253"/>
            <a:ext cx="11096727" cy="609236"/>
          </a:xfrm>
        </p:spPr>
        <p:txBody>
          <a:bodyPr>
            <a:norm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Cambria" pitchFamily="34" charset="-122"/>
              </a:rPr>
              <a:t>SQL</a:t>
            </a:r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Cambria" pitchFamily="34" charset="-122"/>
              </a:rPr>
              <a:t>QUERIES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73D0123-B817-432E-A00F-6EDD7A17F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49" y="4355972"/>
            <a:ext cx="4697859" cy="175057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B08E3CB-5D62-2495-519F-A155D387EA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840" y="3722528"/>
            <a:ext cx="4910409" cy="253365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476F21E-58C8-F03B-31D2-F1C8B56583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750" y="1384633"/>
            <a:ext cx="10523306" cy="24315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E7FDA1B-2326-EF4C-0117-D5FC7328C141}"/>
              </a:ext>
            </a:extLst>
          </p:cNvPr>
          <p:cNvSpPr txBox="1"/>
          <p:nvPr/>
        </p:nvSpPr>
        <p:spPr>
          <a:xfrm>
            <a:off x="983750" y="1030547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kern="1200" spc="-18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KPI’s</a:t>
            </a:r>
            <a:r>
              <a:rPr lang="en-US" kern="1200" spc="-18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A6079B-B5B8-C2A1-93AE-0F08402519A8}"/>
              </a:ext>
            </a:extLst>
          </p:cNvPr>
          <p:cNvSpPr txBox="1"/>
          <p:nvPr/>
        </p:nvSpPr>
        <p:spPr>
          <a:xfrm>
            <a:off x="6297841" y="3501781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spc="-18" dirty="0"/>
              <a:t>Alter Visit</a:t>
            </a:r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9C5DDD-B2BC-BBB3-0DC8-FA6DF509CF65}"/>
              </a:ext>
            </a:extLst>
          </p:cNvPr>
          <p:cNvSpPr txBox="1"/>
          <p:nvPr/>
        </p:nvSpPr>
        <p:spPr>
          <a:xfrm>
            <a:off x="983750" y="3837007"/>
            <a:ext cx="6503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kern="1200" spc="-18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KPI values</a:t>
            </a:r>
            <a:r>
              <a:rPr lang="en-US" kern="1200" spc="-18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0708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70C31730-60DE-1FB1-27A7-5A25E0C34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8487" y="874880"/>
            <a:ext cx="4002529" cy="226035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715789D-5EA5-4A86-E800-CCDAC146E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983" y="2814511"/>
            <a:ext cx="5264759" cy="161300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8B6E31A-BDF7-7517-5D03-B0985EFC6E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983" y="4763484"/>
            <a:ext cx="5055423" cy="15233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F53D69-B295-054F-371E-267314AA343A}"/>
              </a:ext>
            </a:extLst>
          </p:cNvPr>
          <p:cNvSpPr txBox="1"/>
          <p:nvPr/>
        </p:nvSpPr>
        <p:spPr>
          <a:xfrm>
            <a:off x="770562" y="540094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kern="1200" spc="-18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 Count Validation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28FDFA-30AD-D879-2C81-229CFC7A78FD}"/>
              </a:ext>
            </a:extLst>
          </p:cNvPr>
          <p:cNvSpPr txBox="1"/>
          <p:nvPr/>
        </p:nvSpPr>
        <p:spPr>
          <a:xfrm>
            <a:off x="770562" y="2568173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spc="-18" dirty="0"/>
              <a:t>Average Visits per Doctor</a:t>
            </a:r>
            <a:endParaRPr lang="en-IN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058B26-75B4-012B-BDF4-46E85CD85157}"/>
              </a:ext>
            </a:extLst>
          </p:cNvPr>
          <p:cNvSpPr txBox="1"/>
          <p:nvPr/>
        </p:nvSpPr>
        <p:spPr>
          <a:xfrm>
            <a:off x="770562" y="4427517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kern="1200" spc="-18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Follow Up Rate</a:t>
            </a:r>
            <a:r>
              <a:rPr lang="en-US" kern="1200" spc="-18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3D890F-0369-A61B-E411-C15ABF02AA87}"/>
              </a:ext>
            </a:extLst>
          </p:cNvPr>
          <p:cNvSpPr txBox="1"/>
          <p:nvPr/>
        </p:nvSpPr>
        <p:spPr>
          <a:xfrm>
            <a:off x="7188487" y="540094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spc="-18" dirty="0"/>
              <a:t>Top 5 Diagnosed Conditions</a:t>
            </a:r>
            <a:endParaRPr lang="en-IN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B957AA9-1525-2996-F354-63445B5DF4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983" y="909426"/>
            <a:ext cx="4869950" cy="1569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8798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3633513"/>
              </p:ext>
            </p:extLst>
          </p:nvPr>
        </p:nvGraphicFramePr>
        <p:xfrm>
          <a:off x="609600" y="1493520"/>
          <a:ext cx="10972799" cy="3745230"/>
        </p:xfrm>
        <a:graphic>
          <a:graphicData uri="http://schemas.openxmlformats.org/drawingml/2006/table">
            <a:tbl>
              <a:tblPr/>
              <a:tblGrid>
                <a:gridCol w="4937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9046"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FFFFFF"/>
                          </a:solidFill>
                          <a:latin typeface="DM Sans"/>
                        </a:rPr>
                        <a:t>Challenge Encountered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DM Sans"/>
                        </a:rPr>
                        <a:t>Solution Implemented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046"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1E293B"/>
                          </a:solidFill>
                          <a:latin typeface="DM Sans"/>
                        </a:rPr>
                        <a:t>UTF-8 BOM &amp; Unknown Columns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DM Sans"/>
                        </a:rPr>
                        <a:t>Re-encoded CSVs to UTF-8 and ran ALTER TABLE RENAME.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046"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1E293B"/>
                          </a:solidFill>
                          <a:latin typeface="DM Sans"/>
                        </a:rPr>
                        <a:t>ONLY_FULL_GROUP_BY SQL Error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DM Sans"/>
                        </a:rPr>
                        <a:t>Included all non-aggregated columns in GROUP BY clauses.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046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E293B"/>
                          </a:solidFill>
                          <a:latin typeface="DM Sans"/>
                        </a:rPr>
                        <a:t>Incorrect Date &amp; Decimal Values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DM Sans"/>
                        </a:rPr>
                        <a:t>Converted dates to YYYY-MM-DD and costs to DECIMAL(10,2).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046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E293B"/>
                          </a:solidFill>
                          <a:latin typeface="DM Sans"/>
                        </a:rPr>
                        <a:t>Out-of-Range &amp; Invalid JSON Text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Sanitized clinical text strings before bulk table import.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704850"/>
            <a:ext cx="6476132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0F17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M Sans"/>
              </a:rPr>
              <a:t>MySQL Project: Challenges &amp; Solutions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74803-D020-CC86-6414-EBFD8E39D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440" y="781586"/>
            <a:ext cx="10500360" cy="639810"/>
          </a:xfrm>
        </p:spPr>
        <p:txBody>
          <a:bodyPr>
            <a:normAutofit fontScale="90000"/>
          </a:bodyPr>
          <a:lstStyle/>
          <a:p>
            <a:r>
              <a:rPr lang="en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Power BI-Used For: </a:t>
            </a:r>
            <a:br>
              <a:rPr lang="en-IN" sz="4000" dirty="0"/>
            </a:br>
            <a:r>
              <a:rPr lang="en-IN" sz="4000" dirty="0"/>
              <a:t>      </a:t>
            </a:r>
            <a:r>
              <a:rPr lang="en-IN" sz="2800" b="0" dirty="0">
                <a:latin typeface="+mn-lt"/>
              </a:rPr>
              <a:t>Complete Business Intelligence solution</a:t>
            </a:r>
            <a:r>
              <a:rPr lang="en-IN" sz="3600" b="0" dirty="0">
                <a:latin typeface="+mn-lt"/>
              </a:rPr>
              <a:t>.</a:t>
            </a:r>
            <a:br>
              <a:rPr lang="en-US" sz="3600" b="0" dirty="0">
                <a:latin typeface="+mn-lt"/>
              </a:rPr>
            </a:br>
            <a:endParaRPr lang="en-IN" sz="3600" dirty="0">
              <a:latin typeface="+mn-lt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ACAEC11-B9F4-E4CB-7974-2A739842AB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7830747"/>
              </p:ext>
            </p:extLst>
          </p:nvPr>
        </p:nvGraphicFramePr>
        <p:xfrm>
          <a:off x="1620520" y="1421396"/>
          <a:ext cx="9900920" cy="48199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458132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D23FD-7B09-7F75-443B-E8537915C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40623"/>
            <a:ext cx="10515600" cy="761925"/>
          </a:xfrm>
        </p:spPr>
        <p:txBody>
          <a:bodyPr>
            <a:normAutofit/>
          </a:bodyPr>
          <a:lstStyle/>
          <a:p>
            <a:r>
              <a:rPr lang="en-I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Power BI</a:t>
            </a:r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en-IN" sz="2500" dirty="0"/>
              <a:t>Dashboard 1</a:t>
            </a: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4805CC93-59E9-7EA7-D3CC-6A034BFBEC1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E488B13A-554C-1E32-143B-31DB262C90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041992"/>
            <a:ext cx="10515600" cy="519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3343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05474-A43E-190F-031F-F3F99132A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120" y="283845"/>
            <a:ext cx="10515600" cy="806129"/>
          </a:xfrm>
        </p:spPr>
        <p:txBody>
          <a:bodyPr>
            <a:normAutofit/>
          </a:bodyPr>
          <a:lstStyle/>
          <a:p>
            <a:r>
              <a:rPr lang="en-I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Power BI-</a:t>
            </a:r>
            <a:r>
              <a:rPr lang="en-IN" sz="2800" dirty="0"/>
              <a:t>Dashboard 2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E1D43AE-5484-628F-C370-39E276480D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988828"/>
            <a:ext cx="10515600" cy="5089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5293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531182"/>
              </p:ext>
            </p:extLst>
          </p:nvPr>
        </p:nvGraphicFramePr>
        <p:xfrm>
          <a:off x="864781" y="1872326"/>
          <a:ext cx="10462438" cy="3708770"/>
        </p:xfrm>
        <a:graphic>
          <a:graphicData uri="http://schemas.openxmlformats.org/drawingml/2006/table">
            <a:tbl>
              <a:tblPr/>
              <a:tblGrid>
                <a:gridCol w="4708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4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1754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DM Sans"/>
                        </a:rPr>
                        <a:t>Challenge Encountered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FFFFFF"/>
                          </a:solidFill>
                          <a:latin typeface="DM Sans"/>
                        </a:rPr>
                        <a:t>Solution Implemented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1754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E293B"/>
                          </a:solidFill>
                          <a:latin typeface="DM Sans"/>
                        </a:rPr>
                        <a:t>Multi-Table Blanks &amp; Duplicates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Cleaned records and standardized types via Power Query.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1754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E293B"/>
                          </a:solidFill>
                          <a:latin typeface="DM Sans"/>
                        </a:rPr>
                        <a:t>Ambiguous Table Relationships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Built 1-to-Many Star Schema around Visit table.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1754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E293B"/>
                          </a:solidFill>
                          <a:latin typeface="DM Sans"/>
                        </a:rPr>
                        <a:t>Complex DAX &amp; Date Intelligence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DM Sans"/>
                        </a:rPr>
                        <a:t>Created dedicated Calendar table and optimized DAX measures.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1754"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1E293B"/>
                          </a:solidFill>
                          <a:latin typeface="DM Sans"/>
                        </a:rPr>
                        <a:t>Cross-Tool KPI Reconciliation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334155"/>
                          </a:solidFill>
                          <a:latin typeface="DM Sans"/>
                        </a:rPr>
                        <a:t>Verified Treatment Cost and Abnormal Lab % against MySQL.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600" y="704850"/>
            <a:ext cx="6726200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0F17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M Sans"/>
              </a:rPr>
              <a:t>Power BI Project: Challenges &amp; Solutions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64859C-2FF6-274E-7A80-8B77B1461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N" sz="4000" b="1" dirty="0">
                <a:solidFill>
                  <a:srgbClr val="FFFFFF"/>
                </a:solidFill>
                <a:latin typeface="+mn-lt"/>
              </a:rPr>
              <a:t>Tableau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72B1C04-2D64-5004-EC36-42802520A3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127354"/>
              </p:ext>
            </p:extLst>
          </p:nvPr>
        </p:nvGraphicFramePr>
        <p:xfrm>
          <a:off x="644056" y="1828800"/>
          <a:ext cx="10927829" cy="44765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227069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2F081-4229-B234-D5EA-D4C59D256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7205"/>
            <a:ext cx="10515600" cy="417195"/>
          </a:xfrm>
        </p:spPr>
        <p:txBody>
          <a:bodyPr>
            <a:normAutofit fontScale="90000"/>
          </a:bodyPr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Tableau 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882E4C-F8FB-3B21-2B50-A8D2BBB8B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88" y="1107440"/>
            <a:ext cx="10357112" cy="5253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2236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962275"/>
            <a:ext cx="49376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547270" y="2962275"/>
            <a:ext cx="603512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3771900"/>
            <a:ext cx="49376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547270" y="3771900"/>
            <a:ext cx="603512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4581525"/>
            <a:ext cx="49376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547270" y="4581525"/>
            <a:ext cx="603512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5391150"/>
            <a:ext cx="49376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547270" y="5391150"/>
            <a:ext cx="603512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600" y="6200775"/>
            <a:ext cx="49376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547270" y="6200775"/>
            <a:ext cx="603512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09600" y="1585912"/>
          <a:ext cx="10972799" cy="4629150"/>
        </p:xfrm>
        <a:graphic>
          <a:graphicData uri="http://schemas.openxmlformats.org/drawingml/2006/table">
            <a:tbl>
              <a:tblPr/>
              <a:tblGrid>
                <a:gridCol w="4937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1525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Challenge Faced in Tableau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Solution Implemented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Handling 5 Relational Tables:</a:t>
                      </a:r>
                      <a:r>
                        <a:rPr sz="1425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 Physical joins duplicated patient visit records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Used Tableau </a:t>
                      </a:r>
                      <a:r>
                        <a:rPr sz="1425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Logical Relationships (Noodles)</a:t>
                      </a:r>
                      <a:r>
                        <a:rPr sz="1425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 to preserve table granularity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Creating Calculated Fields:</a:t>
                      </a:r>
                      <a:r>
                        <a:rPr sz="1425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 Complex ratios for Abnormal Lab % &amp; Follow-Up Rate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Authored </a:t>
                      </a:r>
                      <a:r>
                        <a:rPr sz="1425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FIXED Level of Detail (LOD)</a:t>
                      </a:r>
                      <a:r>
                        <a:rPr sz="1425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 expressions for accurate aggregations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Date Analysis &amp; Parameters:</a:t>
                      </a:r>
                      <a:r>
                        <a:rPr sz="1425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 Switching between Yearly, Quarterly, Monthly views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Built dynamic </a:t>
                      </a:r>
                      <a:r>
                        <a:rPr sz="1425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Date Truncation Parameters</a:t>
                      </a:r>
                      <a:r>
                        <a:rPr sz="1425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 for interactive time-series drilldown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Filter &amp; Parameter Interaction:</a:t>
                      </a:r>
                      <a:r>
                        <a:rPr sz="1425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 Filters failing to update all worksheets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Configured </a:t>
                      </a:r>
                      <a:r>
                        <a:rPr sz="1425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Context Filters</a:t>
                      </a:r>
                      <a:r>
                        <a:rPr sz="1425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 and dashboard-wide </a:t>
                      </a:r>
                      <a:r>
                        <a:rPr sz="1425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"Use as Filter" Actions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Validating Visual Results:</a:t>
                      </a:r>
                      <a:r>
                        <a:rPr sz="1425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 Ensuring visual totals matched backend database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Cross-checked Tableau summary cards against </a:t>
                      </a:r>
                      <a:r>
                        <a:rPr sz="1425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MySQL COUNT &amp; AVG queries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Tableau Project: Challenges &amp; Solutions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62250"/>
            <a:ext cx="4663380" cy="2333625"/>
          </a:xfrm>
          <a:prstGeom prst="roundRect">
            <a:avLst>
              <a:gd name="adj" fmla="val 653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5259453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0F17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M Sans"/>
              </a:rPr>
              <a:t>Key Business &amp; Clinical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7" y="3143250"/>
            <a:ext cx="4876725" cy="838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sz="6600" b="1" i="0" u="none">
                <a:solidFill>
                  <a:srgbClr val="E11D48"/>
                </a:solidFill>
                <a:latin typeface="DM Sans"/>
              </a:rPr>
              <a:t>33.4%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7" y="4133850"/>
            <a:ext cx="487672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DM Sans"/>
              </a:rPr>
              <a:t>Appointment Cancellation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7" y="4486275"/>
            <a:ext cx="487672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DM Sans"/>
              </a:rPr>
              <a:t>3,344 of 10,000 scheduled visits were cancelled.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30180" y="2690812"/>
            <a:ext cx="5947469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293B"/>
                </a:solidFill>
                <a:latin typeface="DM Sans"/>
              </a:rPr>
              <a:t>Neurology Staffing Gap:</a:t>
            </a:r>
            <a:r>
              <a:rPr sz="1425" b="0" i="0" u="none">
                <a:solidFill>
                  <a:srgbClr val="1E293B"/>
                </a:solidFill>
                <a:latin typeface="DM Sans"/>
              </a:rPr>
              <a:t> Migraine is #1 diagnosis (2.04K), but Neurology has fewest doctors (186).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30180" y="3357562"/>
            <a:ext cx="5947469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293B"/>
                </a:solidFill>
                <a:latin typeface="DM Sans"/>
              </a:rPr>
              <a:t>Seasonal Surge:</a:t>
            </a:r>
            <a:r>
              <a:rPr sz="1425" b="0" i="0" u="none">
                <a:solidFill>
                  <a:srgbClr val="1E293B"/>
                </a:solidFill>
                <a:latin typeface="DM Sans"/>
              </a:rPr>
              <a:t> Patient traffic peaks in August (898) and October (892).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30180" y="4024312"/>
            <a:ext cx="5947469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293B"/>
                </a:solidFill>
                <a:latin typeface="DM Sans"/>
              </a:rPr>
              <a:t>Working-Age Demand:</a:t>
            </a:r>
            <a:r>
              <a:rPr sz="1425" b="0" i="0" u="none">
                <a:solidFill>
                  <a:srgbClr val="1E293B"/>
                </a:solidFill>
                <a:latin typeface="DM Sans"/>
              </a:rPr>
              <a:t> Young and Middle-Aged adults drive 60% of visits.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30180" y="4691062"/>
            <a:ext cx="5947469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E293B"/>
                </a:solidFill>
                <a:latin typeface="DM Sans"/>
              </a:rPr>
              <a:t>High Imaging Volume:</a:t>
            </a:r>
            <a:r>
              <a:rPr sz="1425" b="0" i="0" u="none">
                <a:solidFill>
                  <a:srgbClr val="1E293B"/>
                </a:solidFill>
                <a:latin typeface="DM Sans"/>
              </a:rPr>
              <a:t> CT Scans (2,077) and X-Rays (2,014) lead diagnostics.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55862"/>
            <a:ext cx="2571750" cy="2133600"/>
          </a:xfrm>
          <a:prstGeom prst="roundRect">
            <a:avLst>
              <a:gd name="adj" fmla="val 53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9950" y="2593975"/>
            <a:ext cx="2571750" cy="1857375"/>
          </a:xfrm>
          <a:prstGeom prst="roundRect">
            <a:avLst>
              <a:gd name="adj" fmla="val 615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2479675"/>
            <a:ext cx="2571750" cy="2085975"/>
          </a:xfrm>
          <a:prstGeom prst="roundRect">
            <a:avLst>
              <a:gd name="adj" fmla="val 547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10650" y="2593975"/>
            <a:ext cx="2571750" cy="1857375"/>
          </a:xfrm>
          <a:prstGeom prst="roundRect">
            <a:avLst>
              <a:gd name="adj" fmla="val 615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60662"/>
            <a:ext cx="23812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550" y="2898775"/>
            <a:ext cx="333375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900" y="2784475"/>
            <a:ext cx="26670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0" y="2898775"/>
            <a:ext cx="266700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1172210"/>
            <a:ext cx="5844549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0F17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M Sans"/>
              </a:rPr>
              <a:t>Recommendations &amp; Future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179762"/>
            <a:ext cx="232029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DM Sans"/>
              </a:rPr>
              <a:t>Automated Reminders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827462"/>
            <a:ext cx="2209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Cut 33.4% cancellations via SMS alerts.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8550" y="3317875"/>
            <a:ext cx="2775346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DM Sans"/>
              </a:rPr>
              <a:t>Expand Neurology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8550" y="3689350"/>
            <a:ext cx="2209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Recruit neurologists for high migraine load.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8900" y="3203575"/>
            <a:ext cx="2775346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DM Sans"/>
              </a:rPr>
              <a:t>ML No-Show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8900" y="3575050"/>
            <a:ext cx="2209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Predict appointment cancellations using machine learning.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0" y="3317875"/>
            <a:ext cx="2775346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DM Sans"/>
              </a:rPr>
              <a:t>Live EMR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0" y="3689350"/>
            <a:ext cx="2209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Automate real-time SQL dashboard refreshes.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Desk with productivity items">
            <a:extLst>
              <a:ext uri="{FF2B5EF4-FFF2-40B4-BE49-F238E27FC236}">
                <a16:creationId xmlns:a16="http://schemas.microsoft.com/office/drawing/2014/main" id="{231E1417-5010-942E-D989-B37B2ABAFC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192" r="23942" b="-1"/>
          <a:stretch>
            <a:fillRect/>
          </a:stretch>
        </p:blipFill>
        <p:spPr>
          <a:xfrm>
            <a:off x="-1" y="0"/>
            <a:ext cx="3992612" cy="685799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1037C0C-CC93-6D64-3093-B9EEE1560C90}"/>
              </a:ext>
            </a:extLst>
          </p:cNvPr>
          <p:cNvSpPr txBox="1"/>
          <p:nvPr/>
        </p:nvSpPr>
        <p:spPr>
          <a:xfrm>
            <a:off x="5022333" y="768194"/>
            <a:ext cx="6078058" cy="53216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 :</a:t>
            </a:r>
            <a:endParaRPr lang="en-US" sz="28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2"/>
                </a:solidFill>
              </a:rPr>
              <a:t>By using all these different tools, we were able to identify the business Insights, important trends, opportunities, problems, and patterns from healthcare data to support better business decisions.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sz="2400" kern="1200" spc="-18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Compare database records with dashboard visuals to ensure data accuracy.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sz="2400" kern="1200" spc="-18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Perform end-to-end testing of calculations and relationships.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sz="2400" kern="1200" spc="-18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Validate against business requirements and make necessary improvements.</a:t>
            </a:r>
          </a:p>
        </p:txBody>
      </p:sp>
    </p:spTree>
    <p:extLst>
      <p:ext uri="{BB962C8B-B14F-4D97-AF65-F5344CB8AC3E}">
        <p14:creationId xmlns:p14="http://schemas.microsoft.com/office/powerpoint/2010/main" val="34547753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61BD83-47CF-3C57-0A1F-03799243F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553" y="1623166"/>
            <a:ext cx="7193265" cy="1929809"/>
          </a:xfrm>
        </p:spPr>
        <p:txBody>
          <a:bodyPr>
            <a:normAutofit/>
          </a:bodyPr>
          <a:lstStyle/>
          <a:p>
            <a:pPr algn="ctr"/>
            <a:r>
              <a:rPr lang="e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Graphic 5" descr="Handshake">
            <a:extLst>
              <a:ext uri="{FF2B5EF4-FFF2-40B4-BE49-F238E27FC236}">
                <a16:creationId xmlns:a16="http://schemas.microsoft.com/office/drawing/2014/main" id="{3B4C0DFF-5E1B-4F74-7570-62344AE724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182" y="955437"/>
            <a:ext cx="4777381" cy="4777381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633A0-9EE9-5AF4-A60F-FFC6BCB6E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4488" y="3206396"/>
            <a:ext cx="4228214" cy="25685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    Group-6 :</a:t>
            </a:r>
          </a:p>
          <a:p>
            <a:pPr lvl="1"/>
            <a:r>
              <a:rPr lang="en-I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Nikhil </a:t>
            </a:r>
            <a:r>
              <a:rPr lang="en-IN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Rohidas</a:t>
            </a:r>
            <a:r>
              <a:rPr lang="en-I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Naik</a:t>
            </a:r>
          </a:p>
          <a:p>
            <a:pPr lvl="1"/>
            <a:r>
              <a:rPr lang="en-I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Siddhesh Satish Kadam</a:t>
            </a:r>
          </a:p>
          <a:p>
            <a:pPr lvl="1"/>
            <a:r>
              <a:rPr lang="en-IN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Medabala</a:t>
            </a:r>
            <a:r>
              <a:rPr lang="en-I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Sujith Kamal Kumar</a:t>
            </a:r>
          </a:p>
          <a:p>
            <a:pPr lvl="1"/>
            <a:r>
              <a:rPr lang="en-I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Harshada Arvind Chavan</a:t>
            </a:r>
          </a:p>
          <a:p>
            <a:pPr lvl="1"/>
            <a:r>
              <a:rPr lang="en-I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Rakhee Singha</a:t>
            </a:r>
          </a:p>
          <a:p>
            <a:pPr lvl="1"/>
            <a:r>
              <a:rPr lang="en-I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Shilpa Rohan Chavan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9015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3605</TotalTime>
  <Words>1195</Words>
  <Application>Microsoft Office PowerPoint</Application>
  <PresentationFormat>Widescreen</PresentationFormat>
  <Paragraphs>229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Aptos</vt:lpstr>
      <vt:lpstr>Aptos Display</vt:lpstr>
      <vt:lpstr>Arial</vt:lpstr>
      <vt:lpstr>Calibri</vt:lpstr>
      <vt:lpstr>DM Sans</vt:lpstr>
      <vt:lpstr>IBM Plex Sans</vt:lpstr>
      <vt:lpstr>IBM Plex Serif SemiBold</vt:lpstr>
      <vt:lpstr>Plus Jakarta Sans</vt:lpstr>
      <vt:lpstr>Wingdings</vt:lpstr>
      <vt:lpstr>Office Theme</vt:lpstr>
      <vt:lpstr>Project on Healthcare Analytics</vt:lpstr>
      <vt:lpstr>PowerPoint Presentation</vt:lpstr>
      <vt:lpstr>PowerPoint Presentation</vt:lpstr>
      <vt:lpstr>PowerPoint Presentation</vt:lpstr>
      <vt:lpstr>Clean and prepare the data</vt:lpstr>
      <vt:lpstr>PowerPoint Presentation</vt:lpstr>
      <vt:lpstr>Excel</vt:lpstr>
      <vt:lpstr>PowerPoint Presentation</vt:lpstr>
      <vt:lpstr>Excel Dashboard</vt:lpstr>
      <vt:lpstr>PowerPoint Presentation</vt:lpstr>
      <vt:lpstr>MySQL-Database &amp; SQL Analysis</vt:lpstr>
      <vt:lpstr>What MySQL does in the project</vt:lpstr>
      <vt:lpstr>SQL QUERIES</vt:lpstr>
      <vt:lpstr>PowerPoint Presentation</vt:lpstr>
      <vt:lpstr>PowerPoint Presentation</vt:lpstr>
      <vt:lpstr>Power BI-Used For:        Complete Business Intelligence solution. </vt:lpstr>
      <vt:lpstr>Power BI-Dashboard 1</vt:lpstr>
      <vt:lpstr>Power BI-Dashboard 2</vt:lpstr>
      <vt:lpstr>PowerPoint Presentation</vt:lpstr>
      <vt:lpstr>Tableau</vt:lpstr>
      <vt:lpstr>Tableau Dashboard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Dipankar Singha</dc:creator>
  <cp:lastModifiedBy>suneetha yamarthi</cp:lastModifiedBy>
  <cp:revision>21</cp:revision>
  <dcterms:created xsi:type="dcterms:W3CDTF">2026-09-09T13:47:44Z</dcterms:created>
  <dcterms:modified xsi:type="dcterms:W3CDTF">2026-10-15T12:09:50Z</dcterms:modified>
</cp:coreProperties>
</file>